
<file path=[Content_Types].xml><?xml version="1.0" encoding="utf-8"?>
<Types xmlns="http://schemas.openxmlformats.org/package/2006/content-types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theme+xml" PartName="/ppt/theme/theme1.xml"/>
  <Override ContentType="application/vnd.openxmlformats-officedocument.presentationml.notesMaster+xml" PartName="/ppt/notesMasters/notesMaster1.xml"/>
  <Override ContentType="application/vnd.openxmlformats-officedocument.theme+xml" PartName="/ppt/theme/theme2.xml"/>
  <Override ContentType="application/vnd.openxmlformats-officedocument.presentationml.notesSlide+xml" PartName="/ppt/notesSlides/notesSlide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Default ContentType="image/png" Extension="png"/>
  <Override ContentType="application/vnd.openxmlformats-officedocument.presentationml.presentation.main+xml" PartName="/ppt/presentation.xml"/>
  <Default ContentType="application/xml" Extension="xml"/>
  <Default ContentType="application/vnd.openxmlformats-package.relationships+xml" Extension="rels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media/img_cc_black.png" Type="http://schemas.openxmlformats.org/officeDocument/2006/relationships/image"/><Relationship Id="rId2" Target="ppt/presentation.xml" Type="http://schemas.openxmlformats.org/officeDocument/2006/relationships/officeDocument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embedTrueTypeFonts="1" saveSubsetFonts="1">
  <p:sldMasterIdLst>
    <p:sldMasterId id="2147483648" r:id="rId1"/>
  </p:sldMasterIdLst>
  <p:notesMasterIdLst>
    <p:notesMasterId r:id="rId3"/>
  </p:notesMasterIdLst>
  <p:sldIdLst>
    <p:sldId id="256" r:id="rId5"/>
  </p:sldIdLst>
  <p:sldSz cx="12192000" cy="6858000" type="custom"/>
  <p:notesSz cx="12192000" cy="6858000"/>
  <p:embeddedFontLst/>
  <p:custDataLst/>
  <p:defaultTextStyle>
    <a:defPPr>
      <a:defRPr lang="en-US"/>
    </a:defPPr>
    <a:lvl1pPr algn="l" lvl="0" marL="0" rtl="false">
      <a:defRPr dirty="0" lang="en-US" sz="1800">
        <a:solidFill>
          <a:schemeClr val="tx1"/>
        </a:solidFill>
        <a:latin typeface="+mn-lt"/>
      </a:defRPr>
    </a:lvl1pPr>
    <a:lvl2pPr algn="l" lvl="1" marL="457200" rtl="false">
      <a:defRPr dirty="0" lang="en-US" sz="1800">
        <a:solidFill>
          <a:schemeClr val="tx1"/>
        </a:solidFill>
        <a:latin typeface="+mn-lt"/>
      </a:defRPr>
    </a:lvl2pPr>
    <a:lvl3pPr algn="l" lvl="2" marL="914400" rtl="false">
      <a:defRPr dirty="0" lang="en-US" sz="1800">
        <a:solidFill>
          <a:schemeClr val="tx1"/>
        </a:solidFill>
        <a:latin typeface="+mn-lt"/>
      </a:defRPr>
    </a:lvl3pPr>
    <a:lvl4pPr algn="l" lvl="3" marL="1371600" rtl="false">
      <a:defRPr dirty="0" lang="en-US" sz="1800">
        <a:solidFill>
          <a:schemeClr val="tx1"/>
        </a:solidFill>
        <a:latin typeface="+mn-lt"/>
      </a:defRPr>
    </a:lvl4pPr>
    <a:lvl5pPr algn="l" lvl="4" marL="1828800" rtl="false">
      <a:defRPr dirty="0" lang="en-US" sz="1800">
        <a:solidFill>
          <a:schemeClr val="tx1"/>
        </a:solidFill>
        <a:latin typeface="+mn-lt"/>
      </a:defRPr>
    </a:lvl5pPr>
    <a:lvl6pPr algn="l" lvl="5" marL="2286000" rtl="false">
      <a:defRPr dirty="0" lang="en-US" sz="1800">
        <a:solidFill>
          <a:schemeClr val="tx1"/>
        </a:solidFill>
        <a:latin typeface="+mn-lt"/>
      </a:defRPr>
    </a:lvl6pPr>
    <a:lvl7pPr algn="l" lvl="6" marL="2743200" rtl="false">
      <a:defRPr dirty="0" lang="en-US" sz="1800">
        <a:solidFill>
          <a:schemeClr val="tx1"/>
        </a:solidFill>
        <a:latin typeface="+mn-lt"/>
      </a:defRPr>
    </a:lvl7pPr>
    <a:lvl8pPr algn="l" lvl="7" marL="3200400" rtl="false">
      <a:defRPr dirty="0" lang="en-US" sz="1800">
        <a:solidFill>
          <a:schemeClr val="tx1"/>
        </a:solidFill>
        <a:latin typeface="+mn-lt"/>
      </a:defRPr>
    </a:lvl8pPr>
    <a:lvl9pPr algn="l" lvl="8" marL="3657600" rtl="false">
      <a:defRPr dirty="0" lang="en-US" sz="18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showPr showNarration="1">
    <p:sldAll/>
  </p:showPr>
</p:presentationPr>
</file>

<file path=ppt/tableStyles.xml><?xml version="1.0" encoding="utf-8"?>
<a:tblStyleLst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def="{5C22544A-7EE6-4342-B048-85BDC9FD1C3A}"/>
</file>

<file path=ppt/viewProps.xml><?xml version="1.0" encoding="utf-8"?>
<p:viewP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normalViewPr showOutlineIcons="false">
    <p:restoredLeft sz="15620"/>
    <p:restoredTop sz="94660"/>
  </p:normalViewPr>
  <p:slideViewPr>
    <p:cSldViewPr>
      <p:cViewPr varScale="true">
        <p:scale>
          <a:sx d="100" n="73"/>
          <a:sy d="100" n="73"/>
        </p:scale>
        <p:origin x="-1110" y="-102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8028800" cy="780288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theme/theme1.xml" Type="http://schemas.openxmlformats.org/officeDocument/2006/relationships/theme"/><Relationship Id="rId3" Target="notesMasters/notesMaster1.xml" Type="http://schemas.openxmlformats.org/officeDocument/2006/relationships/notesMaster"/><Relationship Id="rId4" Target="theme/theme2.xml" Type="http://schemas.openxmlformats.org/officeDocument/2006/relationships/theme"/><Relationship Id="rId5" Target="slides/slide1.xml" Type="http://schemas.openxmlformats.org/officeDocument/2006/relationships/slide"/><Relationship Id="rId6" Target="notesSlides/notesSlide1.xml" Type="http://schemas.openxmlformats.org/officeDocument/2006/relationships/notesSlide"/><Relationship Id="rId7" Target="tableStyles.xml" Type="http://schemas.openxmlformats.org/officeDocument/2006/relationships/tableStyles"/><Relationship Id="rId8" Target="presProps.xml" Type="http://schemas.openxmlformats.org/officeDocument/2006/relationships/presProps"/><Relationship Id="rId9" Target="viewProps.xml" Type="http://schemas.openxmlformats.org/officeDocument/2006/relationships/viewProps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sz="quarter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idx="1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44B65459-4C01-9248-BDAA-F28591FAF6F5}" type="datetimeFigureOut">
              <a:rPr lang="en-US" smtClean="0"/>
              <a:t>4/4/17</a:t>
            </a:fld>
            <a:endParaRPr lang="en-US"/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idx="3" sz="quarter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bIns="45720" lIns="91440" rIns="91440" rtlCol="0" tIns="45720" vert="horz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4" sz="quarter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5" sz="quarter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69327042-6B61-B148-8485-8BBBFAA13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1138"/>
      </p:ext>
    </p:extLst>
  </p:cSld>
  <p:clrMap accent1="accent1" accent2="accent2" accent3="accent3" accent4="accent4" accent5="accent5" accent6="accent6" bg1="lt1" bg2="lt2" folHlink="folHlink" hlink="hlink" tx1="dk1" tx2="dk2"/>
  <p:notesStyle>
    <a:lvl1pPr algn="l" defTabSz="914400" eaLnBrk="1" hangingPunct="1" latinLnBrk="0" marL="0" rtl="0">
      <a:defRPr kern="1200" sz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200">
        <a:solidFill>
          <a:schemeClr val="tx1"/>
        </a:solidFill>
        <a:latin typeface="+mn-lt"/>
        <a:ea typeface="+mn-ea"/>
        <a:cs typeface="+mn-cs"/>
      </a:defRPr>
    </a:lvl9pPr>
  </p:notesStyle>
</p:notesMaster>
<!-- $Id$ --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1"/>
          <p:cNvSpPr>
            <a:spLocks noChangeArrowheads="1" noGrp="1"/>
          </p:cNvSpPr>
          <p:nvPr>
            <p:ph idx="1" type="body"/>
          </p:nvPr>
        </p:nvSpPr>
        <p:spPr>
          <a:noFill/>
          <a:ln/>
        </p:spPr>
        <p:txBody>
          <a:bodyPr rtlCol="0"/>
          <a:lstStyle/>
          <a:p>
            <a:pPr/>
            <a:r>
              <a:rPr dirty="0" lang="en-US"/>
              <a:t/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1BE0AC9C-CCE4-4A8C-81C6-46807BD5DCEC}">
                <a16:creationId xmlns:a16="http://schemas.microsoft.com/office/drawing/2010/main" id="{09EA2B2C-085F-4070-A078-9049ED3EEEA9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524000" y="1122363"/>
            <a:ext cx="9144000" cy="2387600"/>
          </a:xfrm>
        </p:spPr>
        <p:txBody>
          <a:bodyPr anchor="b" rtlCol="0"/>
          <a:lstStyle>
            <a:lvl1pPr algn="ctr" lvl="0">
              <a:defRPr dirty="0" lang="en-US" sz="60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Subtitle 2">
            <a:extLst>
              <a:ext uri="{0C319B2E-715F-4A35-BDCF-35606E4A4414}">
                <a16:creationId xmlns:a16="http://schemas.microsoft.com/office/drawing/2010/main" id="{6776A36D-A2E9-4D6C-835F-E338EA511584}"/>
              </a:ext>
            </a:extLst>
          </p:cNvPr>
          <p:cNvSpPr>
            <a:spLocks noGrp="true"/>
          </p:cNvSpPr>
          <p:nvPr>
            <p:ph idx="1" type="subTitle"/>
          </p:nvPr>
        </p:nvSpPr>
        <p:spPr>
          <a:xfrm rot="0">
            <a:off x="1524000" y="3602038"/>
            <a:ext cx="9144000" cy="1655762"/>
          </a:xfrm>
        </p:spPr>
        <p:txBody>
          <a:bodyPr rtlCol="0"/>
          <a:lstStyle>
            <a:lvl1pPr algn="ctr" indent="0" lvl="0" marL="0">
              <a:buNone/>
              <a:defRPr dirty="0" lang="en-US" sz="2400"/>
            </a:lvl1pPr>
            <a:lvl2pPr algn="ctr" indent="0" lvl="1" marL="457200">
              <a:buNone/>
              <a:defRPr dirty="0" lang="en-US" sz="2000"/>
            </a:lvl2pPr>
            <a:lvl3pPr algn="ctr" indent="0" lvl="2" marL="914400">
              <a:buNone/>
              <a:defRPr dirty="0" lang="en-US" sz="1800"/>
            </a:lvl3pPr>
            <a:lvl4pPr algn="ctr" indent="0" lvl="3" marL="1371600">
              <a:buNone/>
              <a:defRPr dirty="0" lang="en-US" sz="1600"/>
            </a:lvl4pPr>
            <a:lvl5pPr algn="ctr" indent="0" lvl="4" marL="1828800">
              <a:buNone/>
              <a:defRPr dirty="0" lang="en-US" sz="1600"/>
            </a:lvl5pPr>
            <a:lvl6pPr algn="ctr" indent="0" lvl="5" marL="2286000">
              <a:buNone/>
              <a:defRPr dirty="0" lang="en-US" sz="1600"/>
            </a:lvl6pPr>
            <a:lvl7pPr algn="ctr" indent="0" lvl="6" marL="2743200">
              <a:buNone/>
              <a:defRPr dirty="0" lang="en-US" sz="1600"/>
            </a:lvl7pPr>
            <a:lvl8pPr algn="ctr" indent="0" lvl="7" marL="3200400">
              <a:buNone/>
              <a:defRPr dirty="0" lang="en-US" sz="1600"/>
            </a:lvl8pPr>
            <a:lvl9pPr algn="ctr" indent="0" lvl="8" marL="3657600">
              <a:buNone/>
              <a:defRPr dirty="0" lang="en-US" sz="1600"/>
            </a:lvl9pPr>
          </a:lstStyle>
          <a:p>
            <a:pPr/>
            <a:r>
              <a:rPr dirty="0" lang="en-US"/>
              <a:t>Click to edit Master subtitle style</a:t>
            </a:r>
            <a:endParaRPr dirty="0" lang="en-US"/>
          </a:p>
        </p:txBody>
      </p:sp>
      <p:sp>
        <p:nvSpPr>
          <p:cNvPr id="4" name="Date Placeholder 3">
            <a:extLst>
              <a:ext uri="{C3C3AE38-DB3D-48D7-B9ED-16ED9037A580}">
                <a16:creationId xmlns:a16="http://schemas.microsoft.com/office/drawing/2010/main" id="{D34821B2-34C7-4230-95DE-DC74884BEC04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1CAFD81C-7B08-4ECD-AC1E-8486763A13E3}" type="datetime1">
              <a:t>8/7/2026</a:t>
            </a:fld>
            <a:endParaRPr dirty="0" lang="en-US"/>
          </a:p>
        </p:txBody>
      </p:sp>
      <p:sp>
        <p:nvSpPr>
          <p:cNvPr id="5" name="Footer Placeholder 4">
            <a:extLst>
              <a:ext uri="{7818FB42-EC30-4EED-9484-5057CF9FB2AE}">
                <a16:creationId xmlns:a16="http://schemas.microsoft.com/office/drawing/2010/main" id="{08537CD3-FB83-47DD-AE48-0D98732316E4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Slide Number Placeholder 5">
            <a:extLst>
              <a:ext uri="{DEB38C26-7816-4D16-A308-693C5E61B35F}">
                <a16:creationId xmlns:a16="http://schemas.microsoft.com/office/drawing/2010/main" id="{8F9AA853-9B9D-4E4D-A7D6-BAB0539E315A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A0287747-5BCD-4325-B784-B623B9531651}" type="slidenum"/>
            <a:endParaRPr dirty="0" lang="en-US"/>
          </a:p>
        </p:txBody>
      </p:sp>
    </p:spTree>
    <p:extLst>
      <p:ext uri="{FD55838B-9A12-4CFC-B8D6-E3CDB073FFAB}">
        <p14:creationId xmlns:p14="http://schemas.microsoft.com/office/powerpoint/2010/main" val="1786171456960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4B11FC68-E4A4-4D8A-A3D7-8EDAA429170C}">
                <a16:creationId xmlns:a16="http://schemas.microsoft.com/office/drawing/2010/main" id="{955C9985-E642-4611-A6E9-65B9A13EC633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Content Placeholder 2">
            <a:extLst>
              <a:ext uri="{DEDEDD60-72D2-4676-B344-988514AA002E}">
                <a16:creationId xmlns:a16="http://schemas.microsoft.com/office/drawing/2010/main" id="{A0CD7020-4CA6-4146-9A7F-53A3857795A0}"/>
              </a:ext>
            </a:extLst>
          </p:cNvPr>
          <p:cNvSpPr>
            <a:spLocks noGrp="true"/>
          </p:cNvSpPr>
          <p:nvPr>
            <p:ph idx="1"/>
          </p:nvPr>
        </p:nvSpPr>
        <p:spPr/>
        <p:txBody>
          <a:bodyPr rtlCol="0"/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Date Placeholder 3">
            <a:extLst>
              <a:ext uri="{67DF0CE4-C5AC-41FE-8B77-C21032D79101}">
                <a16:creationId xmlns:a16="http://schemas.microsoft.com/office/drawing/2010/main" id="{C6E5825B-90FA-4FF6-AA58-0D5178094176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D8BE83A8-35EC-4AAB-A820-FC3F376FEE6F}" type="datetime1">
              <a:t>8/7/2026</a:t>
            </a:fld>
            <a:endParaRPr dirty="0" lang="en-US"/>
          </a:p>
        </p:txBody>
      </p:sp>
      <p:sp>
        <p:nvSpPr>
          <p:cNvPr id="5" name="Footer Placeholder 4">
            <a:extLst>
              <a:ext uri="{62ABFD9A-930E-489E-9AAF-35DF5800EA98}">
                <a16:creationId xmlns:a16="http://schemas.microsoft.com/office/drawing/2010/main" id="{6F3020B0-2079-4036-8313-90C63D438867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Slide Number Placeholder 5">
            <a:extLst>
              <a:ext uri="{1B03CC7B-4198-47C3-8FEB-103B1E6B1252}">
                <a16:creationId xmlns:a16="http://schemas.microsoft.com/office/drawing/2010/main" id="{967A43F5-D663-4EFA-BFCC-F8E9FB1B6778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72737279-E6F3-44AB-A318-41183860760E}" type="slidenum"/>
            <a:endParaRPr dirty="0" lang="en-US"/>
          </a:p>
        </p:txBody>
      </p:sp>
    </p:spTree>
    <p:extLst>
      <p:ext uri="{DA75CD78-EB38-4EFA-ABC7-78CDE3B25F36}">
        <p14:creationId xmlns:p14="http://schemas.microsoft.com/office/powerpoint/2010/main" val="1786171456961"/>
      </p:ext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6925E24E-EE71-40C3-9A63-2D8EFAB36E06}">
                <a16:creationId xmlns:a16="http://schemas.microsoft.com/office/drawing/2010/main" id="{D0140878-677F-41BD-8C22-FC1F57EF9BE4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831849" y="1709738"/>
            <a:ext cx="10515600" cy="2852737"/>
          </a:xfrm>
        </p:spPr>
        <p:txBody>
          <a:bodyPr anchor="b" rtlCol="0"/>
          <a:lstStyle>
            <a:lvl1pPr lvl="0">
              <a:defRPr dirty="0" lang="en-US" sz="60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Text Placeholder 2">
            <a:extLst>
              <a:ext uri="{546FB7F9-572C-4290-9D33-8E4A04EEBBAB}">
                <a16:creationId xmlns:a16="http://schemas.microsoft.com/office/drawing/2010/main" id="{90322BF1-5FC0-4983-AEA7-53AAB57EB320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831849" y="4589463"/>
            <a:ext cx="10515600" cy="1500187"/>
          </a:xfrm>
        </p:spPr>
        <p:txBody>
          <a:bodyPr rtlCol="0"/>
          <a:lstStyle>
            <a:lvl1pPr indent="0" lvl="0" marL="0">
              <a:buNone/>
              <a:defRPr dirty="0" lang="en-US" sz="2400">
                <a:solidFill>
                  <a:schemeClr val="tx1">
                    <a:tint val="82000"/>
                  </a:schemeClr>
                </a:solidFill>
              </a:defRPr>
            </a:lvl1pPr>
            <a:lvl2pPr indent="0" lvl="1" marL="457200">
              <a:buNone/>
              <a:defRPr dirty="0" lang="en-US" sz="2000">
                <a:solidFill>
                  <a:schemeClr val="tx1">
                    <a:tint val="82000"/>
                  </a:schemeClr>
                </a:solidFill>
              </a:defRPr>
            </a:lvl2pPr>
            <a:lvl3pPr indent="0" lvl="2" marL="914400">
              <a:buNone/>
              <a:defRPr dirty="0" lang="en-US" sz="1800">
                <a:solidFill>
                  <a:schemeClr val="tx1">
                    <a:tint val="82000"/>
                  </a:schemeClr>
                </a:solidFill>
              </a:defRPr>
            </a:lvl3pPr>
            <a:lvl4pPr indent="0" lvl="3" marL="1371600">
              <a:buNone/>
              <a:defRPr dirty="0" lang="en-US" sz="1600">
                <a:solidFill>
                  <a:schemeClr val="tx1">
                    <a:tint val="82000"/>
                  </a:schemeClr>
                </a:solidFill>
              </a:defRPr>
            </a:lvl4pPr>
            <a:lvl5pPr indent="0" lvl="4" marL="1828800">
              <a:buNone/>
              <a:defRPr dirty="0" lang="en-US" sz="1600">
                <a:solidFill>
                  <a:schemeClr val="tx1">
                    <a:tint val="82000"/>
                  </a:schemeClr>
                </a:solidFill>
              </a:defRPr>
            </a:lvl5pPr>
            <a:lvl6pPr indent="0" lvl="5" marL="2286000">
              <a:buNone/>
              <a:defRPr dirty="0" lang="en-US" sz="1600">
                <a:solidFill>
                  <a:schemeClr val="tx1">
                    <a:tint val="82000"/>
                  </a:schemeClr>
                </a:solidFill>
              </a:defRPr>
            </a:lvl6pPr>
            <a:lvl7pPr indent="0" lvl="6" marL="2743200">
              <a:buNone/>
              <a:defRPr dirty="0" lang="en-US" sz="1600">
                <a:solidFill>
                  <a:schemeClr val="tx1">
                    <a:tint val="82000"/>
                  </a:schemeClr>
                </a:solidFill>
              </a:defRPr>
            </a:lvl7pPr>
            <a:lvl8pPr indent="0" lvl="7" marL="3200400">
              <a:buNone/>
              <a:defRPr dirty="0" lang="en-US" sz="1600">
                <a:solidFill>
                  <a:schemeClr val="tx1">
                    <a:tint val="82000"/>
                  </a:schemeClr>
                </a:solidFill>
              </a:defRPr>
            </a:lvl8pPr>
            <a:lvl9pPr indent="0" lvl="8" marL="3657600">
              <a:buNone/>
              <a:defRPr dirty="0" lang="en-US"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4" name="Date Placeholder 3">
            <a:extLst>
              <a:ext uri="{86FB9726-DA0A-4A09-9B1D-88E9BE4443CB}">
                <a16:creationId xmlns:a16="http://schemas.microsoft.com/office/drawing/2010/main" id="{260E8819-B299-4807-8890-C45E9C3067CD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62277B0E-7E78-4D5C-861E-9D7BE03A4B0E}" type="datetime1">
              <a:t>8/7/2026</a:t>
            </a:fld>
            <a:endParaRPr dirty="0" lang="en-US"/>
          </a:p>
        </p:txBody>
      </p:sp>
      <p:sp>
        <p:nvSpPr>
          <p:cNvPr id="5" name="Footer Placeholder 4">
            <a:extLst>
              <a:ext uri="{34A6E57F-04F8-4F32-AC07-43424980B818}">
                <a16:creationId xmlns:a16="http://schemas.microsoft.com/office/drawing/2010/main" id="{FB965A8A-1821-4179-985A-3BC32624D68C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Slide Number Placeholder 5">
            <a:extLst>
              <a:ext uri="{4D1C51E2-B428-4226-B79C-5D0017DD7829}">
                <a16:creationId xmlns:a16="http://schemas.microsoft.com/office/drawing/2010/main" id="{7059AB17-DF0A-4BBA-A39B-3989217E9BD8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140B62FC-516A-4434-9DB2-0B92C747BE6E}" type="slidenum"/>
            <a:endParaRPr dirty="0" lang="en-US"/>
          </a:p>
        </p:txBody>
      </p:sp>
    </p:spTree>
    <p:extLst>
      <p:ext uri="{94ADFA83-D115-4F97-B3F0-D5B8735CEBCC}">
        <p14:creationId xmlns:p14="http://schemas.microsoft.com/office/powerpoint/2010/main" val="1786171456961"/>
      </p:ext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8BB49BEC-E5DC-4F53-B621-CEC005037DBA}">
                <a16:creationId xmlns:a16="http://schemas.microsoft.com/office/drawing/2010/main" id="{A80326C5-3F47-4824-ACEA-C390D27B5A2A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Content Placeholder 2">
            <a:extLst>
              <a:ext uri="{10F71B73-67F4-4982-9B27-123DFC061B67}">
                <a16:creationId xmlns:a16="http://schemas.microsoft.com/office/drawing/2010/main" id="{8177C206-0F9B-4263-95A3-168380648BD6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838200" y="1825625"/>
            <a:ext cx="5181600" cy="4351338"/>
          </a:xfrm>
        </p:spPr>
        <p:txBody>
          <a:bodyPr rtlCol="0"/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Content Placeholder 3">
            <a:extLst>
              <a:ext uri="{4560E7B9-94E9-4DD2-9670-19979400AA01}">
                <a16:creationId xmlns:a16="http://schemas.microsoft.com/office/drawing/2010/main" id="{642244EC-C97D-453D-9A97-24D651A889DB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6172200" y="1825625"/>
            <a:ext cx="5181600" cy="4351338"/>
          </a:xfrm>
        </p:spPr>
        <p:txBody>
          <a:bodyPr rtlCol="0"/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5" name="Date Placeholder 4">
            <a:extLst>
              <a:ext uri="{BBC82C1C-D66B-4CCC-990F-3009132CD5E4}">
                <a16:creationId xmlns:a16="http://schemas.microsoft.com/office/drawing/2010/main" id="{D1C0EF90-018B-4969-98C9-CF119CD71DB5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C231E570-AD4B-40F6-94AB-C4DA7D799242}" type="datetime1">
              <a:t>8/7/2026</a:t>
            </a:fld>
            <a:endParaRPr dirty="0" lang="en-US"/>
          </a:p>
        </p:txBody>
      </p:sp>
      <p:sp>
        <p:nvSpPr>
          <p:cNvPr id="6" name="Footer Placeholder 5">
            <a:extLst>
              <a:ext uri="{8F87ED02-CC48-468C-96AE-DAF19D65CA94}">
                <a16:creationId xmlns:a16="http://schemas.microsoft.com/office/drawing/2010/main" id="{2B85C86D-A956-4A91-A3C4-BA04E071ED36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7" name="Slide Number Placeholder 6">
            <a:extLst>
              <a:ext uri="{FDEEAAB6-BA10-4DB5-86A6-7D08FB0F193C}">
                <a16:creationId xmlns:a16="http://schemas.microsoft.com/office/drawing/2010/main" id="{2061A55F-D4BF-40E9-9599-7BB6B67B59A1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5D356C9B-972E-4707-9BBC-07597B6DDF70}" type="slidenum"/>
            <a:endParaRPr dirty="0" lang="en-US"/>
          </a:p>
        </p:txBody>
      </p:sp>
    </p:spTree>
    <p:extLst>
      <p:ext uri="{FF54D271-80B9-416D-AC2C-B4A3D4A78697}">
        <p14:creationId xmlns:p14="http://schemas.microsoft.com/office/powerpoint/2010/main" val="1786171456962"/>
      </p:ext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3DE0878D-783A-4220-845F-659250E15EFB}">
                <a16:creationId xmlns:a16="http://schemas.microsoft.com/office/drawing/2010/main" id="{64254FB6-8A9C-46AB-9BBB-1F71D450725C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839788" y="365125"/>
            <a:ext cx="10515600" cy="1325563"/>
          </a:xfrm>
        </p:spPr>
        <p:txBody>
          <a:bodyPr rtlCol="0"/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Text Placeholder 2">
            <a:extLst>
              <a:ext uri="{41ACA47A-E55A-4C87-8A9B-E85DEF50B971}">
                <a16:creationId xmlns:a16="http://schemas.microsoft.com/office/drawing/2010/main" id="{A4DE37B5-C3E4-4A4C-8400-95BD2606C520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839788" y="1681163"/>
            <a:ext cx="5157787" cy="823912"/>
          </a:xfrm>
        </p:spPr>
        <p:txBody>
          <a:bodyPr anchor="b" rtlCol="0"/>
          <a:lstStyle>
            <a:lvl1pPr indent="0" lvl="0" marL="0">
              <a:buNone/>
              <a:defRPr b="1" dirty="0" lang="en-US" sz="2400">
                <a:latin typeface="+mn-lt"/>
              </a:defRPr>
            </a:lvl1pPr>
            <a:lvl2pPr indent="0" lvl="1" marL="457200">
              <a:buNone/>
              <a:defRPr b="1" dirty="0" lang="en-US" sz="2000">
                <a:latin typeface="+mn-lt"/>
              </a:defRPr>
            </a:lvl2pPr>
            <a:lvl3pPr indent="0" lvl="2" marL="914400">
              <a:buNone/>
              <a:defRPr b="1" dirty="0" lang="en-US" sz="1800">
                <a:latin typeface="+mn-lt"/>
              </a:defRPr>
            </a:lvl3pPr>
            <a:lvl4pPr indent="0" lvl="3" marL="1371600">
              <a:buNone/>
              <a:defRPr b="1" dirty="0" lang="en-US" sz="1600">
                <a:latin typeface="+mn-lt"/>
              </a:defRPr>
            </a:lvl4pPr>
            <a:lvl5pPr indent="0" lvl="4" marL="1828800">
              <a:buNone/>
              <a:defRPr b="1" dirty="0" lang="en-US" sz="1600">
                <a:latin typeface="+mn-lt"/>
              </a:defRPr>
            </a:lvl5pPr>
            <a:lvl6pPr indent="0" lvl="5" marL="2286000">
              <a:buNone/>
              <a:defRPr b="1" dirty="0" lang="en-US" sz="1600">
                <a:latin typeface="+mn-lt"/>
              </a:defRPr>
            </a:lvl6pPr>
            <a:lvl7pPr indent="0" lvl="6" marL="2743200">
              <a:buNone/>
              <a:defRPr b="1" dirty="0" lang="en-US" sz="1600">
                <a:latin typeface="+mn-lt"/>
              </a:defRPr>
            </a:lvl7pPr>
            <a:lvl8pPr indent="0" lvl="7" marL="3200400">
              <a:buNone/>
              <a:defRPr b="1" dirty="0" lang="en-US" sz="1600">
                <a:latin typeface="+mn-lt"/>
              </a:defRPr>
            </a:lvl8pPr>
            <a:lvl9pPr indent="0" lvl="8" marL="3657600">
              <a:buNone/>
              <a:defRPr b="1" dirty="0" lang="en-US" sz="1600">
                <a:latin typeface="+mn-lt"/>
              </a:defRPr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4" name="Content Placeholder 3">
            <a:extLst>
              <a:ext uri="{DC33F51B-848F-4B5E-8954-A02EAECB48F3}">
                <a16:creationId xmlns:a16="http://schemas.microsoft.com/office/drawing/2010/main" id="{BCD2FC29-E01D-4944-95A0-C0CA553C3BFA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839788" y="2505075"/>
            <a:ext cx="5157787" cy="3684588"/>
          </a:xfrm>
        </p:spPr>
        <p:txBody>
          <a:bodyPr rtlCol="0"/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5" name="Text Placeholder 4">
            <a:extLst>
              <a:ext uri="{28CCE34C-3B86-4E09-AC26-D0F021FBCBD2}">
                <a16:creationId xmlns:a16="http://schemas.microsoft.com/office/drawing/2010/main" id="{24A20E35-C87E-4417-B5B5-248D39DB9F5B}"/>
              </a:ext>
            </a:extLst>
          </p:cNvPr>
          <p:cNvSpPr>
            <a:spLocks noGrp="true"/>
          </p:cNvSpPr>
          <p:nvPr>
            <p:ph idx="3" type="body"/>
          </p:nvPr>
        </p:nvSpPr>
        <p:spPr>
          <a:xfrm rot="0">
            <a:off x="6172200" y="1681163"/>
            <a:ext cx="5183187" cy="823912"/>
          </a:xfrm>
        </p:spPr>
        <p:txBody>
          <a:bodyPr anchor="b" rtlCol="0"/>
          <a:lstStyle>
            <a:lvl1pPr indent="0" lvl="0" marL="0">
              <a:buNone/>
              <a:defRPr b="1" dirty="0" lang="en-US" sz="2400">
                <a:latin typeface="+mn-lt"/>
              </a:defRPr>
            </a:lvl1pPr>
            <a:lvl2pPr indent="0" lvl="1" marL="457200">
              <a:buNone/>
              <a:defRPr b="1" dirty="0" lang="en-US" sz="2000">
                <a:latin typeface="+mn-lt"/>
              </a:defRPr>
            </a:lvl2pPr>
            <a:lvl3pPr indent="0" lvl="2" marL="914400">
              <a:buNone/>
              <a:defRPr b="1" dirty="0" lang="en-US" sz="1800">
                <a:latin typeface="+mn-lt"/>
              </a:defRPr>
            </a:lvl3pPr>
            <a:lvl4pPr indent="0" lvl="3" marL="1371600">
              <a:buNone/>
              <a:defRPr b="1" dirty="0" lang="en-US" sz="1600">
                <a:latin typeface="+mn-lt"/>
              </a:defRPr>
            </a:lvl4pPr>
            <a:lvl5pPr indent="0" lvl="4" marL="1828800">
              <a:buNone/>
              <a:defRPr b="1" dirty="0" lang="en-US" sz="1600">
                <a:latin typeface="+mn-lt"/>
              </a:defRPr>
            </a:lvl5pPr>
            <a:lvl6pPr indent="0" lvl="5" marL="2286000">
              <a:buNone/>
              <a:defRPr b="1" dirty="0" lang="en-US" sz="1600">
                <a:latin typeface="+mn-lt"/>
              </a:defRPr>
            </a:lvl6pPr>
            <a:lvl7pPr indent="0" lvl="6" marL="2743200">
              <a:buNone/>
              <a:defRPr b="1" dirty="0" lang="en-US" sz="1600">
                <a:latin typeface="+mn-lt"/>
              </a:defRPr>
            </a:lvl7pPr>
            <a:lvl8pPr indent="0" lvl="7" marL="3200400">
              <a:buNone/>
              <a:defRPr b="1" dirty="0" lang="en-US" sz="1600">
                <a:latin typeface="+mn-lt"/>
              </a:defRPr>
            </a:lvl8pPr>
            <a:lvl9pPr indent="0" lvl="8" marL="3657600">
              <a:buNone/>
              <a:defRPr b="1" dirty="0" lang="en-US" sz="1600">
                <a:latin typeface="+mn-lt"/>
              </a:defRPr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6" name="Content Placeholder 5">
            <a:extLst>
              <a:ext uri="{CE9B83A7-2CE7-40B0-80CD-282FCB97A886}">
                <a16:creationId xmlns:a16="http://schemas.microsoft.com/office/drawing/2010/main" id="{0A83A377-3AAF-4BB2-A640-E6776EB050B3}"/>
              </a:ext>
            </a:extLst>
          </p:cNvPr>
          <p:cNvSpPr>
            <a:spLocks noGrp="true"/>
          </p:cNvSpPr>
          <p:nvPr>
            <p:ph idx="4"/>
          </p:nvPr>
        </p:nvSpPr>
        <p:spPr>
          <a:xfrm rot="0">
            <a:off x="6172200" y="2505075"/>
            <a:ext cx="5183187" cy="3684588"/>
          </a:xfrm>
        </p:spPr>
        <p:txBody>
          <a:bodyPr rtlCol="0"/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7" name="Date Placeholder 6">
            <a:extLst>
              <a:ext uri="{4FD8387E-2682-403C-BCEF-8351E8328D93}">
                <a16:creationId xmlns:a16="http://schemas.microsoft.com/office/drawing/2010/main" id="{B7F7C372-E344-42AD-BE85-17012CC1AB11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A0399F4A-7067-4FB5-8E63-59CB5EDF6B5B}" type="datetime1">
              <a:t>8/7/2026</a:t>
            </a:fld>
            <a:endParaRPr dirty="0" lang="en-US"/>
          </a:p>
        </p:txBody>
      </p:sp>
      <p:sp>
        <p:nvSpPr>
          <p:cNvPr id="8" name="Footer Placeholder 7">
            <a:extLst>
              <a:ext uri="{F0C972E7-EF01-4C39-ACE5-DCD86782EC5C}">
                <a16:creationId xmlns:a16="http://schemas.microsoft.com/office/drawing/2010/main" id="{563CF37D-65E1-43ED-9262-49896D3C5972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9" name="Slide Number Placeholder 8">
            <a:extLst>
              <a:ext uri="{56AF8212-D089-47F7-84FC-FBE8F3CF53B1}">
                <a16:creationId xmlns:a16="http://schemas.microsoft.com/office/drawing/2010/main" id="{FA748D36-8FA8-4C4D-878B-135E5FBB1CB9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67B23F51-A2FE-45CE-8312-76A4127572FC}" type="slidenum"/>
            <a:endParaRPr dirty="0" lang="en-US"/>
          </a:p>
        </p:txBody>
      </p:sp>
    </p:spTree>
    <p:extLst>
      <p:ext uri="{83F0E8C0-C9A5-4C4A-B08B-99D78D1B6ABC}">
        <p14:creationId xmlns:p14="http://schemas.microsoft.com/office/powerpoint/2010/main" val="1786171456963"/>
      </p:ext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3573FBD8-EEB3-42CB-80EC-A9CF72241ECE}">
                <a16:creationId xmlns:a16="http://schemas.microsoft.com/office/drawing/2010/main" id="{567963A6-7F98-494E-AA56-DF8E1BD36B52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Date Placeholder 2">
            <a:extLst>
              <a:ext uri="{7CB014A0-7F14-4974-A3AE-DAF806B4AA7B}">
                <a16:creationId xmlns:a16="http://schemas.microsoft.com/office/drawing/2010/main" id="{E89FEF45-E475-4468-9AF5-AD2363AC1684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83CBC0F6-9530-4E22-A9DD-50A8E941B70E}" type="datetime1">
              <a:t>8/7/2026</a:t>
            </a:fld>
            <a:endParaRPr dirty="0" lang="en-US"/>
          </a:p>
        </p:txBody>
      </p:sp>
      <p:sp>
        <p:nvSpPr>
          <p:cNvPr id="4" name="Footer Placeholder 3">
            <a:extLst>
              <a:ext uri="{CBCC3C33-483D-40CF-9FF7-9C65626F69FC}">
                <a16:creationId xmlns:a16="http://schemas.microsoft.com/office/drawing/2010/main" id="{78F9F6A6-5DB6-43A7-9EF8-900037358BFB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5" name="Slide Number Placeholder 4">
            <a:extLst>
              <a:ext uri="{5527C7FC-5F18-4BA7-B1D8-206053B6FF3B}">
                <a16:creationId xmlns:a16="http://schemas.microsoft.com/office/drawing/2010/main" id="{D8D35124-6DF3-47F7-973C-546F7B055A1A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BE02C87D-145F-405E-BAC2-09E4801D56CF}" type="slidenum"/>
            <a:endParaRPr dirty="0" lang="en-US"/>
          </a:p>
        </p:txBody>
      </p:sp>
    </p:spTree>
    <p:extLst>
      <p:ext uri="{E8036C98-2080-4B0A-82EE-B10797B7D613}">
        <p14:creationId xmlns:p14="http://schemas.microsoft.com/office/powerpoint/2010/main" val="1786171456963"/>
      </p:ext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25BDABD1-8FE5-445E-94C4-17538ECD39A8}">
                <a16:creationId xmlns:a16="http://schemas.microsoft.com/office/drawing/2010/main" id="{18A600FD-F8BF-4A41-B402-8422A36ADFAD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6A9AC781-31CF-45A0-B1E8-CDA9D67C45FC}" type="datetime1">
              <a:t>8/7/2026</a:t>
            </a:fld>
            <a:endParaRPr dirty="0" lang="en-US"/>
          </a:p>
        </p:txBody>
      </p:sp>
      <p:sp>
        <p:nvSpPr>
          <p:cNvPr id="3" name="Footer Placeholder 2">
            <a:extLst>
              <a:ext uri="{55E8968C-DC72-42CB-A193-DF64D00C3BD1}">
                <a16:creationId xmlns:a16="http://schemas.microsoft.com/office/drawing/2010/main" id="{B5EDC3B1-AC41-4C82-B620-FAFD835CF731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4" name="Slide Number Placeholder 3">
            <a:extLst>
              <a:ext uri="{28A4134D-C6B2-4F27-9A16-1528C56A6A48}">
                <a16:creationId xmlns:a16="http://schemas.microsoft.com/office/drawing/2010/main" id="{0BBC2940-3099-4EA8-83A9-97492A6D54E2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17123441-0D60-4900-BBA0-02BEC1632263}" type="slidenum"/>
            <a:endParaRPr dirty="0" lang="en-US"/>
          </a:p>
        </p:txBody>
      </p:sp>
    </p:spTree>
    <p:extLst>
      <p:ext uri="{FF73FEE6-72E5-453C-B5B0-3A551A6A6537}">
        <p14:creationId xmlns:p14="http://schemas.microsoft.com/office/powerpoint/2010/main" val="1786171456964"/>
      </p:ext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A606413F-AA46-4611-AFF4-13D90D0876DD}">
                <a16:creationId xmlns:a16="http://schemas.microsoft.com/office/drawing/2010/main" id="{4F18267E-F845-45CC-8FD7-1F92BA9B4DD3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839788" y="457200"/>
            <a:ext cx="3932237" cy="1600200"/>
          </a:xfrm>
        </p:spPr>
        <p:txBody>
          <a:bodyPr anchor="b" rtlCol="0"/>
          <a:lstStyle>
            <a:lvl1pPr lvl="0">
              <a:defRPr dirty="0" lang="en-US" sz="32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Content Placeholder 2">
            <a:extLst>
              <a:ext uri="{D6CC1597-6BFA-4721-93AA-85DA34D2DE69}">
                <a16:creationId xmlns:a16="http://schemas.microsoft.com/office/drawing/2010/main" id="{A103702B-F1C1-47C1-86CB-B805BD5CB847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5183187" y="987425"/>
            <a:ext cx="6172200" cy="4873625"/>
          </a:xfrm>
        </p:spPr>
        <p:txBody>
          <a:bodyPr rtlCol="0"/>
          <a:lstStyle>
            <a:lvl1pPr lvl="0">
              <a:defRPr dirty="0" lang="en-US" sz="3200"/>
            </a:lvl1pPr>
            <a:lvl2pPr lvl="1">
              <a:defRPr dirty="0" lang="en-US" sz="2800"/>
            </a:lvl2pPr>
            <a:lvl3pPr lvl="2">
              <a:defRPr dirty="0" lang="en-US" sz="2400"/>
            </a:lvl3pPr>
            <a:lvl4pPr lvl="3">
              <a:defRPr dirty="0" lang="en-US" sz="2000"/>
            </a:lvl4pPr>
            <a:lvl5pPr lvl="4">
              <a:defRPr dirty="0" lang="en-US" sz="2000"/>
            </a:lvl5pPr>
            <a:lvl6pPr lvl="5">
              <a:defRPr dirty="0" lang="en-US" sz="2000"/>
            </a:lvl6pPr>
            <a:lvl7pPr lvl="6">
              <a:defRPr dirty="0" lang="en-US" sz="2000"/>
            </a:lvl7pPr>
            <a:lvl8pPr lvl="7">
              <a:defRPr dirty="0" lang="en-US" sz="2000"/>
            </a:lvl8pPr>
            <a:lvl9pPr lvl="8">
              <a:defRPr dirty="0" lang="en-US" sz="2000"/>
            </a:lvl9pPr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Text Placeholder 3">
            <a:extLst>
              <a:ext uri="{4374B190-41C2-4C25-BBA9-3AFA891AEA22}">
                <a16:creationId xmlns:a16="http://schemas.microsoft.com/office/drawing/2010/main" id="{9649E492-0D36-4322-8B11-C64606F536DC}"/>
              </a:ext>
            </a:extLst>
          </p:cNvPr>
          <p:cNvSpPr>
            <a:spLocks noGrp="true"/>
          </p:cNvSpPr>
          <p:nvPr>
            <p:ph idx="2" type="body"/>
          </p:nvPr>
        </p:nvSpPr>
        <p:spPr>
          <a:xfrm rot="0">
            <a:off x="839788" y="2057400"/>
            <a:ext cx="3932237" cy="3811587"/>
          </a:xfrm>
        </p:spPr>
        <p:txBody>
          <a:bodyPr rtlCol="0"/>
          <a:lstStyle>
            <a:lvl1pPr indent="0" lvl="0" marL="0">
              <a:buNone/>
              <a:defRPr dirty="0" lang="en-US" sz="1600"/>
            </a:lvl1pPr>
            <a:lvl2pPr indent="0" lvl="1" marL="457200">
              <a:buNone/>
              <a:defRPr dirty="0" lang="en-US" sz="1400"/>
            </a:lvl2pPr>
            <a:lvl3pPr indent="0" lvl="2" marL="914400">
              <a:buNone/>
              <a:defRPr dirty="0" lang="en-US" sz="1200"/>
            </a:lvl3pPr>
            <a:lvl4pPr indent="0" lvl="3" marL="1371600">
              <a:buNone/>
              <a:defRPr dirty="0" lang="en-US" sz="1000"/>
            </a:lvl4pPr>
            <a:lvl5pPr indent="0" lvl="4" marL="1828800">
              <a:buNone/>
              <a:defRPr dirty="0" lang="en-US" sz="1000"/>
            </a:lvl5pPr>
            <a:lvl6pPr indent="0" lvl="5" marL="2286000">
              <a:buNone/>
              <a:defRPr dirty="0" lang="en-US" sz="1000"/>
            </a:lvl6pPr>
            <a:lvl7pPr indent="0" lvl="6" marL="2743200">
              <a:buNone/>
              <a:defRPr dirty="0" lang="en-US" sz="1000"/>
            </a:lvl7pPr>
            <a:lvl8pPr indent="0" lvl="7" marL="3200400">
              <a:buNone/>
              <a:defRPr dirty="0" lang="en-US" sz="1000"/>
            </a:lvl8pPr>
            <a:lvl9pPr indent="0" lvl="8" marL="3657600">
              <a:buNone/>
              <a:defRPr dirty="0" lang="en-US" sz="1000"/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5" name="Date Placeholder 4">
            <a:extLst>
              <a:ext uri="{AB87D92B-AFB7-4406-8CB5-5F4A0AE06303}">
                <a16:creationId xmlns:a16="http://schemas.microsoft.com/office/drawing/2010/main" id="{E1B89497-58E3-4D63-BCB4-5B03549412B6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F60B5224-F44B-4136-A5D9-F3BC7E5E229D}" type="datetime1">
              <a:t>8/7/2026</a:t>
            </a:fld>
            <a:endParaRPr dirty="0" lang="en-US"/>
          </a:p>
        </p:txBody>
      </p:sp>
      <p:sp>
        <p:nvSpPr>
          <p:cNvPr id="6" name="Footer Placeholder 5">
            <a:extLst>
              <a:ext uri="{DFF57860-952E-4709-986C-F0F8E532A1D9}">
                <a16:creationId xmlns:a16="http://schemas.microsoft.com/office/drawing/2010/main" id="{39625690-DF80-43F8-9D42-6CF15C7B0062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7" name="Slide Number Placeholder 6">
            <a:extLst>
              <a:ext uri="{3E381353-5415-4897-A6D9-8CDD87F60386}">
                <a16:creationId xmlns:a16="http://schemas.microsoft.com/office/drawing/2010/main" id="{B58E91E5-3BD7-44E2-A27E-D9EE9F676857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75F00B89-F33C-4E90-89F2-6B65992B3420}" type="slidenum"/>
            <a:endParaRPr dirty="0" lang="en-US"/>
          </a:p>
        </p:txBody>
      </p:sp>
    </p:spTree>
    <p:extLst>
      <p:ext uri="{7D618946-AB22-40CE-AFB8-CEF477142D8D}">
        <p14:creationId xmlns:p14="http://schemas.microsoft.com/office/powerpoint/2010/main" val="1786171456964"/>
      </p:ext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693A36EF-D012-43C7-AA2B-5109C26A2645}">
                <a16:creationId xmlns:a16="http://schemas.microsoft.com/office/drawing/2010/main" id="{E704D37D-2F05-4A3F-8D2B-2100191536BF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839788" y="457200"/>
            <a:ext cx="3932237" cy="1600200"/>
          </a:xfrm>
        </p:spPr>
        <p:txBody>
          <a:bodyPr anchor="b" rtlCol="0"/>
          <a:lstStyle>
            <a:lvl1pPr lvl="0">
              <a:defRPr dirty="0" lang="en-US" sz="32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Picture Placeholder 2">
            <a:extLst>
              <a:ext uri="{E3F0F8EF-C31D-46BF-A48E-72026E5195A5}">
                <a16:creationId xmlns:a16="http://schemas.microsoft.com/office/drawing/2010/main" id="{528C369D-5E0F-48BE-88F4-32A8039995BE}"/>
              </a:ext>
            </a:extLst>
          </p:cNvPr>
          <p:cNvSpPr>
            <a:spLocks noGrp="true"/>
          </p:cNvSpPr>
          <p:nvPr>
            <p:ph idx="1" type="pic"/>
          </p:nvPr>
        </p:nvSpPr>
        <p:spPr>
          <a:xfrm rot="0">
            <a:off x="5183187" y="987425"/>
            <a:ext cx="6172200" cy="4873625"/>
          </a:xfrm>
        </p:spPr>
        <p:txBody>
          <a:bodyPr rtlCol="0"/>
          <a:lstStyle>
            <a:lvl1pPr indent="0" lvl="0" marL="0">
              <a:buNone/>
              <a:defRPr dirty="0" lang="en-US" sz="3200"/>
            </a:lvl1pPr>
            <a:lvl2pPr indent="0" lvl="1" marL="457200">
              <a:buNone/>
              <a:defRPr dirty="0" lang="en-US" sz="2800"/>
            </a:lvl2pPr>
            <a:lvl3pPr indent="0" lvl="2" marL="914400">
              <a:buNone/>
              <a:defRPr dirty="0" lang="en-US" sz="2400"/>
            </a:lvl3pPr>
            <a:lvl4pPr indent="0" lvl="3" marL="1371600">
              <a:buNone/>
              <a:defRPr dirty="0" lang="en-US" sz="2000"/>
            </a:lvl4pPr>
            <a:lvl5pPr indent="0" lvl="4" marL="1828800">
              <a:buNone/>
              <a:defRPr dirty="0" lang="en-US" sz="2000"/>
            </a:lvl5pPr>
            <a:lvl6pPr indent="0" lvl="5" marL="2286000">
              <a:buNone/>
              <a:defRPr dirty="0" lang="en-US" sz="2000"/>
            </a:lvl6pPr>
            <a:lvl7pPr indent="0" lvl="6" marL="2743200">
              <a:buNone/>
              <a:defRPr dirty="0" lang="en-US" sz="2000"/>
            </a:lvl7pPr>
            <a:lvl8pPr indent="0" lvl="7" marL="3200400">
              <a:buNone/>
              <a:defRPr dirty="0" lang="en-US" sz="2000"/>
            </a:lvl8pPr>
            <a:lvl9pPr indent="0" lvl="8" marL="3657600">
              <a:buNone/>
              <a:defRPr dirty="0" lang="en-US" sz="2000"/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4" name="Text Placeholder 3">
            <a:extLst>
              <a:ext uri="{AE888D2D-B861-40EC-9C70-0724169BDA8D}">
                <a16:creationId xmlns:a16="http://schemas.microsoft.com/office/drawing/2010/main" id="{285D33D3-5A65-4C9D-B84F-0CB847F49A3D}"/>
              </a:ext>
            </a:extLst>
          </p:cNvPr>
          <p:cNvSpPr>
            <a:spLocks noGrp="true"/>
          </p:cNvSpPr>
          <p:nvPr>
            <p:ph idx="2" type="body"/>
          </p:nvPr>
        </p:nvSpPr>
        <p:spPr>
          <a:xfrm rot="0">
            <a:off x="839788" y="2057400"/>
            <a:ext cx="3932237" cy="3811587"/>
          </a:xfrm>
        </p:spPr>
        <p:txBody>
          <a:bodyPr rtlCol="0"/>
          <a:lstStyle>
            <a:lvl1pPr indent="0" lvl="0" marL="0">
              <a:buNone/>
              <a:defRPr dirty="0" lang="en-US" sz="1600"/>
            </a:lvl1pPr>
            <a:lvl2pPr indent="0" lvl="1" marL="457200">
              <a:buNone/>
              <a:defRPr dirty="0" lang="en-US" sz="1400"/>
            </a:lvl2pPr>
            <a:lvl3pPr indent="0" lvl="2" marL="914400">
              <a:buNone/>
              <a:defRPr dirty="0" lang="en-US" sz="1200"/>
            </a:lvl3pPr>
            <a:lvl4pPr indent="0" lvl="3" marL="1371600">
              <a:buNone/>
              <a:defRPr dirty="0" lang="en-US" sz="1000"/>
            </a:lvl4pPr>
            <a:lvl5pPr indent="0" lvl="4" marL="1828800">
              <a:buNone/>
              <a:defRPr dirty="0" lang="en-US" sz="1000"/>
            </a:lvl5pPr>
            <a:lvl6pPr indent="0" lvl="5" marL="2286000">
              <a:buNone/>
              <a:defRPr dirty="0" lang="en-US" sz="1000"/>
            </a:lvl6pPr>
            <a:lvl7pPr indent="0" lvl="6" marL="2743200">
              <a:buNone/>
              <a:defRPr dirty="0" lang="en-US" sz="1000"/>
            </a:lvl7pPr>
            <a:lvl8pPr indent="0" lvl="7" marL="3200400">
              <a:buNone/>
              <a:defRPr dirty="0" lang="en-US" sz="1000"/>
            </a:lvl8pPr>
            <a:lvl9pPr indent="0" lvl="8" marL="3657600">
              <a:buNone/>
              <a:defRPr dirty="0" lang="en-US" sz="1000"/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5" name="Date Placeholder 4">
            <a:extLst>
              <a:ext uri="{FC77652F-DB5E-4163-81C5-99AB0CFBE4C8}">
                <a16:creationId xmlns:a16="http://schemas.microsoft.com/office/drawing/2010/main" id="{9CE07A1D-682E-48A6-9ABB-4AEDB59A362F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C9B91D73-F11F-4F6C-952E-B78C9BB0EDB4}" type="datetime1">
              <a:t>8/7/2026</a:t>
            </a:fld>
            <a:endParaRPr dirty="0" lang="en-US"/>
          </a:p>
        </p:txBody>
      </p:sp>
      <p:sp>
        <p:nvSpPr>
          <p:cNvPr id="6" name="Footer Placeholder 5">
            <a:extLst>
              <a:ext uri="{65737950-AD75-40E6-BB19-B83D983FE5FE}">
                <a16:creationId xmlns:a16="http://schemas.microsoft.com/office/drawing/2010/main" id="{8274A63D-71DC-489D-8B4A-1D0D4A1C8BE4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7" name="Slide Number Placeholder 6">
            <a:extLst>
              <a:ext uri="{DAA0428D-C4FA-417D-99B1-2566F817035E}">
                <a16:creationId xmlns:a16="http://schemas.microsoft.com/office/drawing/2010/main" id="{4570679A-A6A6-42EE-BC87-DFF72227D539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198D3BA8-60B5-4A3E-B58E-A8221CCE811A}" type="slidenum"/>
            <a:endParaRPr dirty="0" lang="en-US"/>
          </a:p>
        </p:txBody>
      </p:sp>
    </p:spTree>
    <p:extLst>
      <p:ext uri="{B23E7727-23D4-42E6-A5A7-A3725C0CDF62}">
        <p14:creationId xmlns:p14="http://schemas.microsoft.com/office/powerpoint/2010/main" val="1786171456965"/>
      </p:ext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3DEC9EDC-4692-4B1D-BBD8-6C8167239270}">
                <a16:creationId xmlns:a16="http://schemas.microsoft.com/office/drawing/2010/main" id="{289AE4DB-6E57-4A26-BC15-9A5A988A1BE7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Vertical Text Placeholder 2">
            <a:extLst>
              <a:ext uri="{D3119D62-119D-4CC1-BE82-63C51BDE66CF}">
                <a16:creationId xmlns:a16="http://schemas.microsoft.com/office/drawing/2010/main" id="{8B7636B8-2056-440D-B381-B2ACD42CB271}"/>
              </a:ext>
            </a:extLst>
          </p:cNvPr>
          <p:cNvSpPr>
            <a:spLocks noGrp="true"/>
          </p:cNvSpPr>
          <p:nvPr>
            <p:ph idx="1" type="body"/>
          </p:nvPr>
        </p:nvSpPr>
        <p:spPr/>
        <p:txBody>
          <a:bodyPr rtlCol="0"/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Date Placeholder 3">
            <a:extLst>
              <a:ext uri="{3B87558C-2054-42A5-A3CC-C899C4487F17}">
                <a16:creationId xmlns:a16="http://schemas.microsoft.com/office/drawing/2010/main" id="{958AA195-107C-49E1-AF95-4D276DF4F86D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58A68E4B-F9D4-4E57-BC7A-86C5A0E78188}" type="datetime1">
              <a:t>8/7/2026</a:t>
            </a:fld>
            <a:endParaRPr dirty="0" lang="en-US"/>
          </a:p>
        </p:txBody>
      </p:sp>
      <p:sp>
        <p:nvSpPr>
          <p:cNvPr id="5" name="Footer Placeholder 4">
            <a:extLst>
              <a:ext uri="{8348B82E-E266-467F-A478-B1C303BD2896}">
                <a16:creationId xmlns:a16="http://schemas.microsoft.com/office/drawing/2010/main" id="{B5FF988E-7B67-42CC-8770-057CF62B59DB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Slide Number Placeholder 5">
            <a:extLst>
              <a:ext uri="{1AE2A97A-AEF7-4F58-94F9-97AB312DE7FF}">
                <a16:creationId xmlns:a16="http://schemas.microsoft.com/office/drawing/2010/main" id="{37DB0D03-DCF7-4DF8-B6FE-3CDF91622A83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A5452FC6-E2AC-443F-9A13-FE975227B65D}" type="slidenum"/>
            <a:endParaRPr dirty="0" lang="en-US"/>
          </a:p>
        </p:txBody>
      </p:sp>
    </p:spTree>
    <p:extLst>
      <p:ext uri="{E2C22CCA-A033-4BC7-A01A-07D07F88D135}">
        <p14:creationId xmlns:p14="http://schemas.microsoft.com/office/powerpoint/2010/main" val="1786171456965"/>
      </p:ext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6447D49E-ED93-42C5-A3DD-1C0997FEC48C}">
                <a16:creationId xmlns:a16="http://schemas.microsoft.com/office/drawing/2010/main" id="{5914362C-7139-4000-B429-BFE808F5353D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8724900" y="365125"/>
            <a:ext cx="2628900" cy="5811838"/>
          </a:xfrm>
        </p:spPr>
        <p:txBody>
          <a:bodyPr rtlCol="0"/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Vertical Text Placeholder 2">
            <a:extLst>
              <a:ext uri="{C267586B-8F72-4BD5-9843-D44B90EA4963}">
                <a16:creationId xmlns:a16="http://schemas.microsoft.com/office/drawing/2010/main" id="{D4CF38E8-0E65-4D7E-94E2-080AB5B4B7F4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838200" y="365125"/>
            <a:ext cx="7734300" cy="5811838"/>
          </a:xfrm>
        </p:spPr>
        <p:txBody>
          <a:bodyPr rtlCol="0"/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Date Placeholder 3">
            <a:extLst>
              <a:ext uri="{445FC5E6-DC1E-4010-B82B-29DF1203D070}">
                <a16:creationId xmlns:a16="http://schemas.microsoft.com/office/drawing/2010/main" id="{0FEC40A2-14F8-4939-B77E-5B0AE620DFBE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72B6F8F4-7356-4F12-A04E-3FCEA65BE95C}" type="datetime1">
              <a:t>8/7/2026</a:t>
            </a:fld>
            <a:endParaRPr dirty="0" lang="en-US"/>
          </a:p>
        </p:txBody>
      </p:sp>
      <p:sp>
        <p:nvSpPr>
          <p:cNvPr id="5" name="Footer Placeholder 4">
            <a:extLst>
              <a:ext uri="{992BCE78-EA46-44FF-BE39-F873078C9A5F}">
                <a16:creationId xmlns:a16="http://schemas.microsoft.com/office/drawing/2010/main" id="{41AFA144-1A21-4314-A3DE-9CC84DC42D14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Slide Number Placeholder 5">
            <a:extLst>
              <a:ext uri="{DD49D28F-EF62-49CB-A491-FB43A3976A67}">
                <a16:creationId xmlns:a16="http://schemas.microsoft.com/office/drawing/2010/main" id="{84A545CB-331A-4431-A30F-90A2F12E8191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A93637CC-A4FB-471D-B974-44765739687D}" type="slidenum"/>
            <a:endParaRPr dirty="0" lang="en-US"/>
          </a:p>
        </p:txBody>
      </p:sp>
    </p:spTree>
    <p:extLst>
      <p:ext uri="{0D765E52-EA05-490C-A4C2-885D1AAF3FB5}">
        <p14:creationId xmlns:p14="http://schemas.microsoft.com/office/powerpoint/2010/main" val="1786171456966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/Relationships>
</file>

<file path=ppt/slideMasters/slideMaster1.xml><?xml version="1.0" encoding="utf-8"?>
<p:sldMaste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Master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B0B93CEC-F854-4986-86FD-5FFCE146E94F}">
                <a16:creationId xmlns:a16="http://schemas.microsoft.com/office/drawing/2010/main" id="{D90CBC72-1E49-4202-AB52-831F0A4BBCF4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Text Placeholder 2">
            <a:extLst>
              <a:ext uri="{E52DACA5-AF7A-4DD9-A833-8E4880B2F9BE}">
                <a16:creationId xmlns:a16="http://schemas.microsoft.com/office/drawing/2010/main" id="{6A6AA5A9-3341-417F-954F-9F7FB2D9BCC4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Date Placeholder 3">
            <a:extLst>
              <a:ext uri="{C981C239-F818-492F-A65E-A465948754D4}">
                <a16:creationId xmlns:a16="http://schemas.microsoft.com/office/drawing/2010/main" id="{476100D4-CAA5-413B-BD6C-EE68B345919F}"/>
              </a:ext>
            </a:extLst>
          </p:cNvPr>
          <p:cNvSpPr>
            <a:spLocks noGrp="true"/>
          </p:cNvSpPr>
          <p:nvPr>
            <p:ph idx="2" sz="half" type="dt"/>
          </p:nvPr>
        </p:nvSpPr>
        <p:spPr>
          <a:xfrm rot="0"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 lvl="0">
              <a:defRPr dirty="0" lang="en-US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/>
            <a:fld id="{509531C6-81D7-4D41-8783-69B5C57DD987}" type="datetime1">
              <a:t>8/7/2026</a:t>
            </a:fld>
            <a:endParaRPr dirty="0" lang="en-US"/>
          </a:p>
        </p:txBody>
      </p:sp>
      <p:sp>
        <p:nvSpPr>
          <p:cNvPr id="5" name="Footer Placeholder 4">
            <a:extLst>
              <a:ext uri="{B28EC48A-D709-4D7E-B2E5-FF37A836A387}">
                <a16:creationId xmlns:a16="http://schemas.microsoft.com/office/drawing/2010/main" id="{7EEDC463-D90C-4720-9594-DF4F0E2CCB5C}"/>
              </a:ext>
            </a:extLst>
          </p:cNvPr>
          <p:cNvSpPr>
            <a:spLocks noGrp="true"/>
          </p:cNvSpPr>
          <p:nvPr>
            <p:ph idx="3" sz="quarter" type="ftr"/>
          </p:nvPr>
        </p:nvSpPr>
        <p:spPr>
          <a:xfrm rot="0"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 lvl="0">
              <a:defRPr dirty="0" lang="en-US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Slide Number Placeholder 5">
            <a:extLst>
              <a:ext uri="{6228893F-F1E2-4AA9-88A8-2F54A8D3A664}">
                <a16:creationId xmlns:a16="http://schemas.microsoft.com/office/drawing/2010/main" id="{37FA5661-BC74-49D8-BB84-9FD508674C98}"/>
              </a:ext>
            </a:extLst>
          </p:cNvPr>
          <p:cNvSpPr>
            <a:spLocks noGrp="true"/>
          </p:cNvSpPr>
          <p:nvPr>
            <p:ph idx="4" sz="quarter" type="sldNum"/>
          </p:nvPr>
        </p:nvSpPr>
        <p:spPr>
          <a:xfrm rot="0"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 lvl="0">
              <a:defRPr dirty="0" lang="en-US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/>
            <a:fld id="{44FC798A-6B48-4A3D-96CC-8E66B5C110D7}" type="slidenum"/>
            <a:endParaRPr dirty="0"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lvl="0" rtl="false">
        <a:lnSpc>
          <a:spcPct val="90000"/>
        </a:lnSpc>
        <a:spcBef>
          <a:spcPct val="0"/>
        </a:spcBef>
        <a:buNone/>
        <a:defRPr dirty="0" lang="en-US" sz="4400">
          <a:solidFill>
            <a:schemeClr val="tx1"/>
          </a:solidFill>
          <a:latin typeface="+mj-lt"/>
        </a:defRPr>
      </a:lvl1pPr>
    </p:titleStyle>
    <p:bodyStyle>
      <a:lvl1pPr algn="l" indent="-228600" lvl="0" marL="228600" rtl="false">
        <a:lnSpc>
          <a:spcPct val="90000"/>
        </a:lnSpc>
        <a:spcBef>
          <a:spcPts val="1000"/>
        </a:spcBef>
        <a:buChar char="•"/>
        <a:buFont typeface="Arial"/>
        <a:defRPr dirty="0" lang="en-US" sz="2800">
          <a:solidFill>
            <a:schemeClr val="tx1"/>
          </a:solidFill>
          <a:latin typeface="+mn-lt"/>
        </a:defRPr>
      </a:lvl1pPr>
      <a:lvl2pPr algn="l" indent="-228600" lvl="1" marL="685800" rtl="false">
        <a:lnSpc>
          <a:spcPct val="90000"/>
        </a:lnSpc>
        <a:spcBef>
          <a:spcPts val="500"/>
        </a:spcBef>
        <a:buChar char="•"/>
        <a:buFont typeface="Arial"/>
        <a:defRPr dirty="0" lang="en-US" sz="2400">
          <a:solidFill>
            <a:schemeClr val="tx1"/>
          </a:solidFill>
          <a:latin typeface="+mn-lt"/>
        </a:defRPr>
      </a:lvl2pPr>
      <a:lvl3pPr algn="l" indent="-228600" lvl="2" marL="1143000" rtl="false">
        <a:lnSpc>
          <a:spcPct val="90000"/>
        </a:lnSpc>
        <a:spcBef>
          <a:spcPts val="500"/>
        </a:spcBef>
        <a:buChar char="•"/>
        <a:buFont typeface="Arial"/>
        <a:defRPr dirty="0" lang="en-US" sz="2000">
          <a:solidFill>
            <a:schemeClr val="tx1"/>
          </a:solidFill>
          <a:latin typeface="+mn-lt"/>
        </a:defRPr>
      </a:lvl3pPr>
      <a:lvl4pPr algn="l" indent="-228600" lvl="3" marL="1600200" rtl="false">
        <a:lnSpc>
          <a:spcPct val="90000"/>
        </a:lnSpc>
        <a:spcBef>
          <a:spcPts val="500"/>
        </a:spcBef>
        <a:buChar char="•"/>
        <a:buFont typeface="Arial"/>
        <a:defRPr dirty="0" lang="en-US" sz="1800">
          <a:solidFill>
            <a:schemeClr val="tx1"/>
          </a:solidFill>
          <a:latin typeface="+mn-lt"/>
        </a:defRPr>
      </a:lvl4pPr>
      <a:lvl5pPr algn="l" indent="-228600" lvl="4" marL="2057400" rtl="false">
        <a:lnSpc>
          <a:spcPct val="90000"/>
        </a:lnSpc>
        <a:spcBef>
          <a:spcPts val="500"/>
        </a:spcBef>
        <a:buChar char="•"/>
        <a:buFont typeface="Arial"/>
        <a:defRPr dirty="0" lang="en-US" sz="1800">
          <a:solidFill>
            <a:schemeClr val="tx1"/>
          </a:solidFill>
          <a:latin typeface="+mn-lt"/>
        </a:defRPr>
      </a:lvl5pPr>
      <a:lvl6pPr algn="l" indent="-228600" lvl="5" marL="2514600" rtl="false">
        <a:lnSpc>
          <a:spcPct val="90000"/>
        </a:lnSpc>
        <a:spcBef>
          <a:spcPts val="500"/>
        </a:spcBef>
        <a:buChar char="•"/>
        <a:buFont typeface="Arial"/>
        <a:defRPr dirty="0" lang="en-US" sz="1800">
          <a:solidFill>
            <a:schemeClr val="tx1"/>
          </a:solidFill>
          <a:latin typeface="+mn-lt"/>
        </a:defRPr>
      </a:lvl6pPr>
      <a:lvl7pPr algn="l" indent="-228600" lvl="6" marL="2971800" rtl="false">
        <a:lnSpc>
          <a:spcPct val="90000"/>
        </a:lnSpc>
        <a:spcBef>
          <a:spcPts val="500"/>
        </a:spcBef>
        <a:buChar char="•"/>
        <a:buFont typeface="Arial"/>
        <a:defRPr dirty="0" lang="en-US" sz="1800">
          <a:solidFill>
            <a:schemeClr val="tx1"/>
          </a:solidFill>
          <a:latin typeface="+mn-lt"/>
        </a:defRPr>
      </a:lvl7pPr>
      <a:lvl8pPr algn="l" indent="-228600" lvl="7" marL="3429000" rtl="false">
        <a:lnSpc>
          <a:spcPct val="90000"/>
        </a:lnSpc>
        <a:spcBef>
          <a:spcPts val="500"/>
        </a:spcBef>
        <a:buChar char="•"/>
        <a:buFont typeface="Arial"/>
        <a:defRPr dirty="0" lang="en-US" sz="1800">
          <a:solidFill>
            <a:schemeClr val="tx1"/>
          </a:solidFill>
          <a:latin typeface="+mn-lt"/>
        </a:defRPr>
      </a:lvl8pPr>
      <a:lvl9pPr algn="l" indent="-228600" lvl="8" marL="3886200" rtl="false">
        <a:lnSpc>
          <a:spcPct val="90000"/>
        </a:lnSpc>
        <a:spcBef>
          <a:spcPts val="500"/>
        </a:spcBef>
        <a:buChar char="•"/>
        <a:buFont typeface="Arial"/>
        <a:defRPr dirty="0" lang="en-US" sz="1800">
          <a:solidFill>
            <a:schemeClr val="tx1"/>
          </a:solidFill>
          <a:latin typeface="+mn-lt"/>
        </a:defRPr>
      </a:lvl9pPr>
    </p:bodyStyle>
    <p:otherStyle>
      <a:lvl1pPr algn="l" lvl="0" marL="0" rtl="false">
        <a:defRPr dirty="0" lang="en-US" sz="1800">
          <a:solidFill>
            <a:schemeClr val="tx1"/>
          </a:solidFill>
          <a:latin typeface="+mn-lt"/>
        </a:defRPr>
      </a:lvl1pPr>
      <a:lvl2pPr algn="l" lvl="1" marL="457200" rtl="false">
        <a:defRPr dirty="0" lang="en-US" sz="1800">
          <a:solidFill>
            <a:schemeClr val="tx1"/>
          </a:solidFill>
          <a:latin typeface="+mn-lt"/>
        </a:defRPr>
      </a:lvl2pPr>
      <a:lvl3pPr algn="l" lvl="2" marL="914400" rtl="false">
        <a:defRPr dirty="0" lang="en-US" sz="1800">
          <a:solidFill>
            <a:schemeClr val="tx1"/>
          </a:solidFill>
          <a:latin typeface="+mn-lt"/>
        </a:defRPr>
      </a:lvl3pPr>
      <a:lvl4pPr algn="l" lvl="3" marL="1371600" rtl="false">
        <a:defRPr dirty="0" lang="en-US" sz="1800">
          <a:solidFill>
            <a:schemeClr val="tx1"/>
          </a:solidFill>
          <a:latin typeface="+mn-lt"/>
        </a:defRPr>
      </a:lvl4pPr>
      <a:lvl5pPr algn="l" lvl="4" marL="1828800" rtl="false">
        <a:defRPr dirty="0" lang="en-US" sz="1800">
          <a:solidFill>
            <a:schemeClr val="tx1"/>
          </a:solidFill>
          <a:latin typeface="+mn-lt"/>
        </a:defRPr>
      </a:lvl5pPr>
      <a:lvl6pPr algn="l" lvl="5" marL="2286000" rtl="false">
        <a:defRPr dirty="0" lang="en-US" sz="1800">
          <a:solidFill>
            <a:schemeClr val="tx1"/>
          </a:solidFill>
          <a:latin typeface="+mn-lt"/>
        </a:defRPr>
      </a:lvl6pPr>
      <a:lvl7pPr algn="l" lvl="6" marL="2743200" rtl="false">
        <a:defRPr dirty="0" lang="en-US" sz="1800">
          <a:solidFill>
            <a:schemeClr val="tx1"/>
          </a:solidFill>
          <a:latin typeface="+mn-lt"/>
        </a:defRPr>
      </a:lvl7pPr>
      <a:lvl8pPr algn="l" lvl="7" marL="3200400" rtl="false">
        <a:defRPr dirty="0" lang="en-US" sz="1800">
          <a:solidFill>
            <a:schemeClr val="tx1"/>
          </a:solidFill>
          <a:latin typeface="+mn-lt"/>
        </a:defRPr>
      </a:lvl8pPr>
      <a:lvl9pPr algn="l" lvl="8" marL="3657600" rtl="false">
        <a:defRPr dirty="0" lang="en-US" sz="18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7A90B103-DEBE-417E-9A7C-E0BB87503619}">
                <a16:creationId xmlns:a16="http://schemas.microsoft.com/office/drawing/2010/main" id="{93C7C561-B9F2-44D1-B78C-0B579B18D14E}"/>
              </a:ext>
            </a:extLst>
          </p:cNvPr>
          <p:cNvSpPr/>
          <p:nvPr/>
        </p:nvSpPr>
        <p:spPr>
          <a:xfrm rot="0">
            <a:off x="0" y="-108144"/>
            <a:ext cx="12192000" cy="48718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b="1" dirty="0" lang="en-US" sz="2500">
                <a:solidFill>
                  <a:srgbClr val="ff0000"/>
                </a:solidFill>
                <a:latin typeface="Times New Roman"/>
              </a:rPr>
              <a:t>Dự án tháng 6/2026 - HCM</a:t>
            </a:r>
            <a:endParaRPr b="1" dirty="0" lang="en-US" sz="2500">
              <a:solidFill>
                <a:srgbClr val="ff0000"/>
              </a:solidFill>
              <a:latin typeface="Times New Roman"/>
            </a:endParaRPr>
          </a:p>
        </p:txBody>
      </p:sp>
      <p:grpSp>
        <p:nvGrpSpPr>
          <p:cNvPr id="3" name="Group 24">
            <a:extLst>
              <a:ext uri="{1F853373-A270-4180-929B-46C7544C6080}">
                <a16:creationId xmlns:a16="http://schemas.microsoft.com/office/drawing/2010/main" id="{25704FE0-A195-47D9-BA2F-4739EBE01BF8}"/>
              </a:ext>
            </a:extLst>
          </p:cNvPr>
          <p:cNvGrpSpPr/>
          <p:nvPr/>
        </p:nvGrpSpPr>
        <p:grpSpPr>
          <a:xfrm rot="0">
            <a:off x="374750" y="3906901"/>
            <a:ext cx="10957810" cy="984180"/>
            <a:chOff x="374750" y="4762445"/>
            <a:chExt cx="10957810" cy="984180"/>
          </a:xfrm>
        </p:grpSpPr>
        <p:sp>
          <p:nvSpPr>
            <p:cNvPr id="4" name="Rectangle 12">
              <a:extLst>
                <a:ext uri="{9A8DD310-8996-4A41-9A1E-5B47E8C7FE57}">
                  <a16:creationId xmlns:a16="http://schemas.microsoft.com/office/drawing/2010/main" id="{EEE40ED4-EAE7-4B22-85D9-30FC862E2C1C}"/>
                </a:ext>
              </a:extLst>
            </p:cNvPr>
            <p:cNvSpPr/>
            <p:nvPr/>
          </p:nvSpPr>
          <p:spPr>
            <a:xfrm rot="0">
              <a:off x="374750" y="5049173"/>
              <a:ext cx="10957810" cy="697451"/>
            </a:xfrm>
            <a:prstGeom prst="rect">
              <a:avLst/>
            </a:prstGeom>
            <a:ln>
              <a:solidFill>
                <a:schemeClr val="accent2">
                  <a:lumMod val="75000"/>
                </a:schemeClr>
              </a:solidFill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 rtlCol="0"/>
            <a:lstStyle/>
            <a:p>
              <a:pPr/>
              <a:r>
                <a:rPr dirty="0" lang="en-US" sz="1500">
                  <a:solidFill>
                    <a:schemeClr val="tx1"/>
                  </a:solidFill>
                  <a:latin typeface="Times New Roman"/>
                </a:rPr>
                <a:t>Tổng doanh thu </a:t>
              </a:r>
              <a:r>
                <a:rPr b="1" dirty="0" lang="en-US" sz="1500">
                  <a:solidFill>
                    <a:srgbClr val="ff0000"/>
                  </a:solidFill>
                  <a:latin typeface="Times New Roman"/>
                </a:rPr>
                <a:t>CK + Combo liều/DS/ngày &gt;= 750k</a:t>
              </a:r>
              <a:br>
                <a:rPr b="1" dirty="0" lang="en-US" sz="1500">
                  <a:solidFill>
                    <a:srgbClr val="ff0000"/>
                  </a:solidFill>
                  <a:latin typeface="Times New Roman"/>
                </a:rPr>
              </a:br>
              <a:r>
                <a:rPr dirty="0" lang="en-US" sz="1500">
                  <a:solidFill>
                    <a:schemeClr val="tx1"/>
                  </a:solidFill>
                  <a:latin typeface="Times New Roman"/>
                </a:rPr>
                <a:t>Thưởng khuyến khích dược sĩ </a:t>
              </a:r>
              <a:r>
                <a:rPr b="1" dirty="0" lang="en-US" sz="1500">
                  <a:solidFill>
                    <a:srgbClr val="ff0000"/>
                  </a:solidFill>
                  <a:latin typeface="Times New Roman"/>
                </a:rPr>
                <a:t>400k</a:t>
              </a:r>
              <a:endParaRPr b="1" dirty="0" lang="en-US" sz="1500">
                <a:solidFill>
                  <a:srgbClr val="ff0000"/>
                </a:solidFill>
                <a:latin typeface="Times New Roman"/>
              </a:endParaRPr>
            </a:p>
          </p:txBody>
        </p:sp>
        <p:sp>
          <p:nvSpPr>
            <p:cNvPr id="5" name="Rectangle 14">
              <a:extLst>
                <a:ext uri="{51B03EEA-797A-4D5D-9A48-FF015045C441}">
                  <a16:creationId xmlns:a16="http://schemas.microsoft.com/office/drawing/2010/main" id="{346FBBB3-1942-4F5E-B16E-0B23010E2B4A}"/>
                </a:ext>
              </a:extLst>
            </p:cNvPr>
            <p:cNvSpPr/>
            <p:nvPr/>
          </p:nvSpPr>
          <p:spPr>
            <a:xfrm rot="0">
              <a:off x="374750" y="4762445"/>
              <a:ext cx="7624890" cy="31569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 rtlCol="0"/>
            <a:lstStyle/>
            <a:p>
              <a:pPr/>
              <a:r>
                <a:rPr b="1" dirty="0" lang="en-US" sz="150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/>
                </a:rPr>
                <a:t>Ngôi sao khuyến khích – thưởng khuyến khích cho các dược sĩ không đạt dự án</a:t>
              </a:r>
              <a:endParaRPr b="1" dirty="0" lang="en-US" sz="15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</a:endParaRPr>
            </a:p>
          </p:txBody>
        </p:sp>
      </p:grpSp>
      <p:sp>
        <p:nvSpPr>
          <p:cNvPr id="6" name="Rectangle 2">
            <a:extLst>
              <a:ext uri="{3757FDDF-E538-4314-9303-5B13D452B17B}">
                <a16:creationId xmlns:a16="http://schemas.microsoft.com/office/drawing/2010/main" id="{8AC83C4D-21C4-46D7-863A-2F21B262DA01}"/>
              </a:ext>
            </a:extLst>
          </p:cNvPr>
          <p:cNvSpPr/>
          <p:nvPr/>
        </p:nvSpPr>
        <p:spPr>
          <a:xfrm rot="0">
            <a:off x="374750" y="5640037"/>
            <a:ext cx="10957810" cy="677719"/>
          </a:xfrm>
          <a:prstGeom prst="rect">
            <a:avLst/>
          </a:prstGeom>
          <a:ln w="19050">
            <a:solidFill>
              <a:srgbClr val="ff0000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 rtlCol="0"/>
          <a:lstStyle/>
          <a:p>
            <a:pPr/>
            <a:r>
              <a:rPr dirty="0" lang="en-US" sz="1500">
                <a:latin typeface="Times New Roman"/>
              </a:rPr>
              <a:t>DS đạt </a:t>
            </a:r>
            <a:r>
              <a:rPr b="1" dirty="0" lang="en-US" sz="1500">
                <a:latin typeface="Times New Roman"/>
              </a:rPr>
              <a:t>KPI &lt; 60% </a:t>
            </a:r>
            <a:r>
              <a:rPr dirty="0" lang="en-US" sz="1500">
                <a:latin typeface="Times New Roman"/>
              </a:rPr>
              <a:t>=&gt; Thưởng dự án </a:t>
            </a:r>
            <a:r>
              <a:rPr b="1" dirty="0" lang="en-US" sz="1500">
                <a:solidFill>
                  <a:srgbClr val="ff0000"/>
                </a:solidFill>
                <a:latin typeface="Times New Roman"/>
              </a:rPr>
              <a:t>nhân hệ số 0.8</a:t>
            </a:r>
          </a:p>
          <a:p>
            <a:pPr/>
            <a:r>
              <a:rPr dirty="0" lang="en-US" sz="1500">
                <a:latin typeface="Times New Roman"/>
              </a:rPr>
              <a:t>DS đạt </a:t>
            </a:r>
            <a:r>
              <a:rPr b="1" dirty="0" lang="en-US" sz="1500">
                <a:latin typeface="Times New Roman"/>
              </a:rPr>
              <a:t>KPI &lt; 60% </a:t>
            </a:r>
            <a:r>
              <a:rPr dirty="0" lang="en-US" sz="1500">
                <a:latin typeface="Times New Roman"/>
              </a:rPr>
              <a:t>đồng thời </a:t>
            </a:r>
            <a:r>
              <a:rPr b="1" dirty="0" lang="en-US" sz="1500">
                <a:latin typeface="Times New Roman"/>
              </a:rPr>
              <a:t>không đạt dự án </a:t>
            </a:r>
            <a:r>
              <a:rPr dirty="0" lang="en-US" sz="1500">
                <a:latin typeface="Times New Roman"/>
              </a:rPr>
              <a:t>=&gt; Thưởng hoa hồng </a:t>
            </a:r>
            <a:r>
              <a:rPr b="1" dirty="0" lang="en-US" sz="1500">
                <a:solidFill>
                  <a:srgbClr val="ff0000"/>
                </a:solidFill>
                <a:latin typeface="Times New Roman"/>
              </a:rPr>
              <a:t>nhân hệ số 0.9</a:t>
            </a:r>
            <a:endParaRPr b="1" dirty="0" lang="en-US" sz="1500">
              <a:solidFill>
                <a:srgbClr val="ff0000"/>
              </a:solidFill>
              <a:latin typeface="Times New Roman"/>
            </a:endParaRPr>
          </a:p>
        </p:txBody>
      </p:sp>
      <p:grpSp>
        <p:nvGrpSpPr>
          <p:cNvPr id="7" name="Group 25">
            <a:extLst>
              <a:ext uri="{34E0EA73-DBA0-4A4D-A774-1305A46A5523}">
                <a16:creationId xmlns:a16="http://schemas.microsoft.com/office/drawing/2010/main" id="{3CC826F2-BEEE-47F7-ACE2-C317B7B9EDE4}"/>
              </a:ext>
            </a:extLst>
          </p:cNvPr>
          <p:cNvGrpSpPr/>
          <p:nvPr/>
        </p:nvGrpSpPr>
        <p:grpSpPr>
          <a:xfrm rot="0">
            <a:off x="148031" y="24644"/>
            <a:ext cx="11895937" cy="2929302"/>
            <a:chOff x="213807" y="72429"/>
            <a:chExt cx="11895937" cy="2929302"/>
          </a:xfrm>
        </p:grpSpPr>
        <p:grpSp>
          <p:nvGrpSpPr>
            <p:cNvPr id="8" name="Group 21">
              <a:extLst>
                <a:ext uri="{1CAE1D6D-9150-4B23-A1E2-99BA003A625C}">
                  <a16:creationId xmlns:a16="http://schemas.microsoft.com/office/drawing/2010/main" id="{21BAC8BB-FDDB-4E34-AA37-AA86CC7BA221}"/>
                </a:ext>
              </a:extLst>
            </p:cNvPr>
            <p:cNvGrpSpPr/>
            <p:nvPr/>
          </p:nvGrpSpPr>
          <p:grpSpPr>
            <a:xfrm rot="0">
              <a:off x="9690471" y="92979"/>
              <a:ext cx="2419274" cy="2640683"/>
              <a:chOff x="9690471" y="92979"/>
              <a:chExt cx="2419274" cy="2640683"/>
            </a:xfrm>
          </p:grpSpPr>
          <p:sp>
            <p:nvSpPr>
              <p:cNvPr id="9" name="Star: 5 Points 10">
                <a:extLst>
                  <a:ext uri="{D3290D02-EA4F-41DC-9808-E86B44B9F029}">
                    <a16:creationId xmlns:a16="http://schemas.microsoft.com/office/drawing/2010/main" id="{9532C608-EECC-4EB2-A88C-5E668C722F97}"/>
                  </a:ext>
                </a:extLst>
              </p:cNvPr>
              <p:cNvSpPr/>
              <p:nvPr/>
            </p:nvSpPr>
            <p:spPr>
              <a:xfrm rot="0">
                <a:off x="9690471" y="92979"/>
                <a:ext cx="2419274" cy="1683753"/>
              </a:xfrm>
              <a:prstGeom prst="star5">
                <a:avLst/>
              </a:prstGeom>
              <a:solidFill>
                <a:srgbClr val="ff000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lstStyle/>
              <a:p>
                <a:pPr algn="ctr"/>
                <a:r>
                  <a:rPr b="1" baseline="0" cap="none" dirty="0" i="0" lang="en-US" spc="0" strike="noStrike" sz="2000" u="none">
                    <a:ln>
                      <a:noFill/>
                    </a:ln>
                    <a:solidFill>
                      <a:srgbClr val="ffffff"/>
                    </a:solidFill>
                    <a:latin typeface="Times New Roman"/>
                  </a:rPr>
                  <a:t>4 triệu</a:t>
                </a:r>
                <a:endParaRPr b="1" baseline="0" cap="none" dirty="0" i="0" lang="en-US" spc="0" strike="noStrike" sz="2000" u="none">
                  <a:ln>
                    <a:noFill/>
                  </a:ln>
                  <a:solidFill>
                    <a:srgbClr val="ffffff"/>
                  </a:solidFill>
                  <a:latin typeface="Times New Roman"/>
                </a:endParaRPr>
              </a:p>
            </p:txBody>
          </p:sp>
          <p:sp>
            <p:nvSpPr>
              <p:cNvPr id="10" name="Rectangle 15">
                <a:extLst>
                  <a:ext uri="{1A41922D-664C-4F00-A6D9-760CC20E3A32}">
                    <a16:creationId xmlns:a16="http://schemas.microsoft.com/office/drawing/2010/main" id="{71D959DD-C263-413D-829C-CF7832B97E89}"/>
                  </a:ext>
                </a:extLst>
              </p:cNvPr>
              <p:cNvSpPr/>
              <p:nvPr/>
            </p:nvSpPr>
            <p:spPr>
              <a:xfrm rot="0">
                <a:off x="9815871" y="1809913"/>
                <a:ext cx="2168477" cy="923749"/>
              </a:xfrm>
              <a:prstGeom prst="rect">
                <a:avLst/>
              </a:prstGeom>
              <a:ln w="28575">
                <a:solidFill>
                  <a:srgbClr val="ff0000"/>
                </a:solidFill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anchor="ctr" rtlCol="0"/>
              <a:lstStyle/>
              <a:p>
                <a:pPr algn="ctr"/>
                <a:r>
                  <a:rPr b="1" dirty="0" lang="en-US" sz="1600">
                    <a:solidFill>
                      <a:srgbClr val="ff0000"/>
                    </a:solidFill>
                    <a:latin typeface="Times New Roman"/>
                  </a:rPr>
                  <a:t>CK &gt;= 1M5</a:t>
                </a:r>
              </a:p>
              <a:p>
                <a:pPr algn="ctr"/>
                <a:r>
                  <a:rPr b="1" dirty="0" lang="en-US" sz="1600">
                    <a:solidFill>
                      <a:srgbClr val="ff0000"/>
                    </a:solidFill>
                    <a:latin typeface="Times New Roman"/>
                  </a:rPr>
                  <a:t>Combo liều &gt;= 650K</a:t>
                </a:r>
                <a:endParaRPr b="1" dirty="0" lang="en-US" sz="1600">
                  <a:solidFill>
                    <a:srgbClr val="ff0000"/>
                  </a:solidFill>
                  <a:latin typeface="Times New Roman"/>
                </a:endParaRPr>
              </a:p>
            </p:txBody>
          </p:sp>
        </p:grpSp>
        <p:grpSp>
          <p:nvGrpSpPr>
            <p:cNvPr id="11" name="Group 19">
              <a:extLst>
                <a:ext uri="{F4038C87-E5E5-4C4D-B047-85BE49C81615}">
                  <a16:creationId xmlns:a16="http://schemas.microsoft.com/office/drawing/2010/main" id="{5DDD35C7-7C8C-4E44-A06C-D96FB8C7287A}"/>
                </a:ext>
              </a:extLst>
            </p:cNvPr>
            <p:cNvGrpSpPr/>
            <p:nvPr/>
          </p:nvGrpSpPr>
          <p:grpSpPr>
            <a:xfrm rot="0">
              <a:off x="213807" y="72429"/>
              <a:ext cx="2376129" cy="2538080"/>
              <a:chOff x="-10106" y="73976"/>
              <a:chExt cx="2376129" cy="2538080"/>
            </a:xfrm>
          </p:grpSpPr>
          <p:sp>
            <p:nvSpPr>
              <p:cNvPr id="12" name="Star: 5 Points 1">
                <a:extLst>
                  <a:ext uri="{2BF6EAED-4B16-4E1F-B01D-D799788C9320}">
                    <a16:creationId xmlns:a16="http://schemas.microsoft.com/office/drawing/2010/main" id="{44BA1BCB-827F-4C94-8D57-6D1D295EC085}"/>
                  </a:ext>
                </a:extLst>
              </p:cNvPr>
              <p:cNvSpPr/>
              <p:nvPr/>
            </p:nvSpPr>
            <p:spPr>
              <a:xfrm rot="0">
                <a:off x="-10106" y="73976"/>
                <a:ext cx="2376129" cy="1707397"/>
              </a:xfrm>
              <a:prstGeom prst="star5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lstStyle/>
              <a:p>
                <a:pPr algn="ctr"/>
                <a:r>
                  <a:rPr b="1" dirty="0" lang="en-US" sz="1600">
                    <a:latin typeface="Times New Roman"/>
                  </a:rPr>
                  <a:t>1 triệu +++</a:t>
                </a:r>
                <a:endParaRPr b="1" dirty="0" lang="en-US" sz="1600">
                  <a:latin typeface="Times New Roman"/>
                </a:endParaRPr>
              </a:p>
            </p:txBody>
          </p:sp>
          <p:sp>
            <p:nvSpPr>
              <p:cNvPr id="13" name="Rectangle 3">
                <a:extLst>
                  <a:ext uri="{0D7884C7-D33A-4690-B280-FA0CCCACB501}">
                    <a16:creationId xmlns:a16="http://schemas.microsoft.com/office/drawing/2010/main" id="{8283EAAC-3FC8-43B5-ABF1-D12D5CA71390}"/>
                  </a:ext>
                </a:extLst>
              </p:cNvPr>
              <p:cNvSpPr/>
              <p:nvPr/>
            </p:nvSpPr>
            <p:spPr>
              <a:xfrm rot="0">
                <a:off x="107646" y="1809913"/>
                <a:ext cx="2058127" cy="802143"/>
              </a:xfrm>
              <a:prstGeom prst="rect">
                <a:avLst/>
              </a:prstGeom>
              <a:ln w="28575">
                <a:solidFill>
                  <a:schemeClr val="accent4">
                    <a:lumMod val="75000"/>
                  </a:schemeClr>
                </a:solidFill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anchor="ctr" rtlCol="0"/>
              <a:lstStyle/>
              <a:p>
                <a:pPr algn="ctr"/>
                <a:r>
                  <a:rPr b="1" dirty="0" lang="en-US" sz="1600">
                    <a:solidFill>
                      <a:schemeClr val="accent1"/>
                    </a:solidFill>
                    <a:latin typeface="Times New Roman"/>
                  </a:rPr>
                  <a:t>CK &gt;= 630K</a:t>
                </a:r>
              </a:p>
              <a:p>
                <a:pPr algn="ctr"/>
                <a:r>
                  <a:rPr b="1" dirty="0" lang="en-US" sz="1600">
                    <a:solidFill>
                      <a:schemeClr val="accent1"/>
                    </a:solidFill>
                    <a:latin typeface="Times New Roman"/>
                  </a:rPr>
                  <a:t>Combo liều &gt;= 320K</a:t>
                </a:r>
                <a:endParaRPr b="1" dirty="0" lang="en-US" sz="1600">
                  <a:solidFill>
                    <a:schemeClr val="accent1"/>
                  </a:solidFill>
                  <a:latin typeface="Times New Roman"/>
                </a:endParaRPr>
              </a:p>
            </p:txBody>
          </p:sp>
        </p:grpSp>
        <p:grpSp>
          <p:nvGrpSpPr>
            <p:cNvPr id="14" name="Group 4">
              <a:extLst>
                <a:ext uri="{EEB55403-5F9A-4FCF-A53B-73197339A2B6}">
                  <a16:creationId xmlns:a16="http://schemas.microsoft.com/office/drawing/2010/main" id="{9F9ABC4C-CC6A-4E84-BC17-3BCBCAA64BF5}"/>
                </a:ext>
              </a:extLst>
            </p:cNvPr>
            <p:cNvGrpSpPr/>
            <p:nvPr/>
          </p:nvGrpSpPr>
          <p:grpSpPr>
            <a:xfrm rot="0">
              <a:off x="4902070" y="529836"/>
              <a:ext cx="2478838" cy="2471895"/>
              <a:chOff x="4434257" y="334266"/>
              <a:chExt cx="2478838" cy="2471895"/>
            </a:xfrm>
          </p:grpSpPr>
          <p:sp>
            <p:nvSpPr>
              <p:cNvPr id="15" name="Star: 5 Points 8">
                <a:extLst>
                  <a:ext uri="{5D318174-EF09-459E-BC1C-45849047DC33}">
                    <a16:creationId xmlns:a16="http://schemas.microsoft.com/office/drawing/2010/main" id="{7A7CEB29-5B8C-4348-A9CC-CAD770BDA78C}"/>
                  </a:ext>
                </a:extLst>
              </p:cNvPr>
              <p:cNvSpPr/>
              <p:nvPr/>
            </p:nvSpPr>
            <p:spPr>
              <a:xfrm rot="0">
                <a:off x="4434257" y="334266"/>
                <a:ext cx="2478838" cy="1683753"/>
              </a:xfrm>
              <a:prstGeom prst="star5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lstStyle/>
              <a:p>
                <a:pPr algn="ctr" indent="0" lvl="0" marL="0" marR="0" rtl="false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dirty="0" lang="en-US" sz="1600">
                    <a:solidFill>
                      <a:srgbClr val="ffffff"/>
                    </a:solidFill>
                    <a:latin typeface="Times New Roman"/>
                  </a:rPr>
                  <a:t>2,2</a:t>
                </a:r>
                <a:r>
                  <a:rPr b="1" baseline="0" cap="none" dirty="0" i="0" lang="en-US" spc="0" strike="noStrike" sz="1600" u="none">
                    <a:ln>
                      <a:noFill/>
                    </a:ln>
                    <a:solidFill>
                      <a:srgbClr val="ffffff"/>
                    </a:solidFill>
                    <a:latin typeface="Times New Roman"/>
                  </a:rPr>
                  <a:t> triệu +++</a:t>
                </a:r>
                <a:endParaRPr b="1" baseline="0" cap="none" dirty="0" i="0" lang="en-US" spc="0" strike="noStrike" sz="1600" u="none">
                  <a:ln>
                    <a:noFill/>
                  </a:ln>
                  <a:solidFill>
                    <a:srgbClr val="ffffff"/>
                  </a:solidFill>
                  <a:latin typeface="Times New Roman"/>
                </a:endParaRPr>
              </a:p>
            </p:txBody>
          </p:sp>
          <p:sp>
            <p:nvSpPr>
              <p:cNvPr id="16" name="Rectangle 7">
                <a:extLst>
                  <a:ext uri="{2BA3FB7B-C276-4484-82FC-6D889D57BCC6}">
                    <a16:creationId xmlns:a16="http://schemas.microsoft.com/office/drawing/2010/main" id="{CFC9434A-2BAD-4461-B2D0-6939BCF3DE8F}"/>
                  </a:ext>
                </a:extLst>
              </p:cNvPr>
              <p:cNvSpPr/>
              <p:nvPr/>
            </p:nvSpPr>
            <p:spPr>
              <a:xfrm rot="0">
                <a:off x="4644612" y="2018020"/>
                <a:ext cx="2058127" cy="788141"/>
              </a:xfrm>
              <a:prstGeom prst="rect">
                <a:avLst/>
              </a:prstGeom>
              <a:ln w="28575">
                <a:solidFill>
                  <a:schemeClr val="accent2"/>
                </a:solidFill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anchor="ctr" rtlCol="0"/>
              <a:lstStyle/>
              <a:p>
                <a:pPr algn="ctr"/>
                <a:r>
                  <a:rPr b="1" dirty="0" lang="en-US" sz="1600">
                    <a:solidFill>
                      <a:schemeClr val="accent2"/>
                    </a:solidFill>
                    <a:latin typeface="Times New Roman"/>
                  </a:rPr>
                  <a:t>CK &gt;= 1M</a:t>
                </a:r>
              </a:p>
              <a:p>
                <a:pPr algn="ctr"/>
                <a:r>
                  <a:rPr b="1" dirty="0" lang="en-US" sz="1600">
                    <a:solidFill>
                      <a:schemeClr val="accent2"/>
                    </a:solidFill>
                    <a:latin typeface="Times New Roman"/>
                  </a:rPr>
                  <a:t>Combo liều &gt;= 550K</a:t>
                </a:r>
                <a:endParaRPr b="1" dirty="0" lang="en-US" sz="1600">
                  <a:solidFill>
                    <a:schemeClr val="accent2"/>
                  </a:solidFill>
                  <a:latin typeface="Times New Roman"/>
                </a:endParaRPr>
              </a:p>
            </p:txBody>
          </p:sp>
        </p:grpSp>
        <p:grpSp>
          <p:nvGrpSpPr>
            <p:cNvPr id="17" name="Group 18">
              <a:extLst>
                <a:ext uri="{C82273AF-AA21-491C-9D0A-15F4781441C0}">
                  <a16:creationId xmlns:a16="http://schemas.microsoft.com/office/drawing/2010/main" id="{712DF199-F672-4E71-952C-0DB2D3E03347}"/>
                </a:ext>
              </a:extLst>
            </p:cNvPr>
            <p:cNvGrpSpPr/>
            <p:nvPr/>
          </p:nvGrpSpPr>
          <p:grpSpPr>
            <a:xfrm rot="0">
              <a:off x="7372086" y="299440"/>
              <a:ext cx="2419274" cy="2506720"/>
              <a:chOff x="7041326" y="266259"/>
              <a:chExt cx="2419274" cy="2506720"/>
            </a:xfrm>
          </p:grpSpPr>
          <p:sp>
            <p:nvSpPr>
              <p:cNvPr id="18" name="Star: 5 Points 9">
                <a:extLst>
                  <a:ext uri="{92D61C16-C708-47AC-9455-DF0D70EBDE1C}">
                    <a16:creationId xmlns:a16="http://schemas.microsoft.com/office/drawing/2010/main" id="{8B1B7C97-9A95-4CA7-BC29-838265A1DA67}"/>
                  </a:ext>
                </a:extLst>
              </p:cNvPr>
              <p:cNvSpPr/>
              <p:nvPr/>
            </p:nvSpPr>
            <p:spPr>
              <a:xfrm rot="0">
                <a:off x="7041326" y="266259"/>
                <a:ext cx="2419274" cy="1707397"/>
              </a:xfrm>
              <a:prstGeom prst="star5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lstStyle/>
              <a:p>
                <a:pPr algn="ctr"/>
                <a:r>
                  <a:rPr b="1" baseline="0" cap="none" dirty="0" i="0" lang="en-US" spc="0" strike="noStrike" sz="1600" u="none">
                    <a:ln>
                      <a:noFill/>
                    </a:ln>
                    <a:solidFill>
                      <a:srgbClr val="ffffff"/>
                    </a:solidFill>
                    <a:latin typeface="Times New Roman"/>
                  </a:rPr>
                  <a:t>2,8 triệu +++</a:t>
                </a:r>
                <a:endParaRPr b="1" baseline="0" cap="none" dirty="0" i="0" lang="en-US" spc="0" strike="noStrike" sz="1600" u="none">
                  <a:ln>
                    <a:noFill/>
                  </a:ln>
                  <a:solidFill>
                    <a:srgbClr val="ffffff"/>
                  </a:solidFill>
                  <a:latin typeface="Times New Roman"/>
                </a:endParaRPr>
              </a:p>
            </p:txBody>
          </p:sp>
          <p:sp>
            <p:nvSpPr>
              <p:cNvPr id="19" name="Rectangle 20">
                <a:extLst>
                  <a:ext uri="{8EAE5B3B-6B14-44BA-A199-422B91D4ACB2}">
                    <a16:creationId xmlns:a16="http://schemas.microsoft.com/office/drawing/2010/main" id="{452B3113-1A48-452D-B801-9995944D3837}"/>
                  </a:ext>
                </a:extLst>
              </p:cNvPr>
              <p:cNvSpPr/>
              <p:nvPr/>
            </p:nvSpPr>
            <p:spPr>
              <a:xfrm rot="0">
                <a:off x="7221899" y="1973656"/>
                <a:ext cx="2058127" cy="799323"/>
              </a:xfrm>
              <a:prstGeom prst="rect">
                <a:avLst/>
              </a:prstGeom>
              <a:ln w="28575">
                <a:solidFill>
                  <a:schemeClr val="accent6"/>
                </a:solidFill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anchor="ctr" rtlCol="0"/>
              <a:lstStyle/>
              <a:p>
                <a:pPr algn="ctr"/>
                <a:r>
                  <a:rPr b="1" dirty="0" lang="en-US" sz="1600">
                    <a:solidFill>
                      <a:schemeClr val="accent6"/>
                    </a:solidFill>
                    <a:latin typeface="Times New Roman"/>
                  </a:rPr>
                  <a:t>CK &gt;= 1M2</a:t>
                </a:r>
              </a:p>
              <a:p>
                <a:pPr algn="ctr"/>
                <a:r>
                  <a:rPr b="1" dirty="0" lang="en-US" sz="1600">
                    <a:solidFill>
                      <a:schemeClr val="accent6"/>
                    </a:solidFill>
                    <a:latin typeface="Times New Roman"/>
                  </a:rPr>
                  <a:t>Combo liều &gt;= 600K</a:t>
                </a:r>
                <a:endParaRPr b="1" dirty="0" lang="en-US" sz="1600">
                  <a:solidFill>
                    <a:schemeClr val="accent6"/>
                  </a:solidFill>
                  <a:latin typeface="Times New Roman"/>
                </a:endParaRPr>
              </a:p>
            </p:txBody>
          </p:sp>
        </p:grpSp>
        <p:grpSp>
          <p:nvGrpSpPr>
            <p:cNvPr id="20" name="Group 6">
              <a:extLst>
                <a:ext uri="{E5599799-137A-419D-BB71-9F021555BD4B}">
                  <a16:creationId xmlns:a16="http://schemas.microsoft.com/office/drawing/2010/main" id="{A28F8CF9-3041-4DBC-A34E-AF7450A3F9F0}"/>
                </a:ext>
              </a:extLst>
            </p:cNvPr>
            <p:cNvGrpSpPr/>
            <p:nvPr/>
          </p:nvGrpSpPr>
          <p:grpSpPr>
            <a:xfrm rot="0">
              <a:off x="2461835" y="300780"/>
              <a:ext cx="2478838" cy="2471895"/>
              <a:chOff x="4434257" y="334266"/>
              <a:chExt cx="2478838" cy="2471895"/>
            </a:xfrm>
          </p:grpSpPr>
          <p:sp>
            <p:nvSpPr>
              <p:cNvPr id="21" name="Star: 5 Points 16">
                <a:extLst>
                  <a:ext uri="{59CE3D76-A2F9-4753-B44F-0F2DD0F5B93D}">
                    <a16:creationId xmlns:a16="http://schemas.microsoft.com/office/drawing/2010/main" id="{015F7B23-2DB0-47E2-AF14-ABE142F0CB21}"/>
                  </a:ext>
                </a:extLst>
              </p:cNvPr>
              <p:cNvSpPr/>
              <p:nvPr/>
            </p:nvSpPr>
            <p:spPr>
              <a:xfrm rot="0">
                <a:off x="4434257" y="334266"/>
                <a:ext cx="2478838" cy="1683753"/>
              </a:xfrm>
              <a:prstGeom prst="star5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 rtlCol="0"/>
              <a:lstStyle/>
              <a:p>
                <a:pPr algn="ctr" indent="0" lvl="0" marL="0" marR="0" rtl="false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baseline="0" cap="none" dirty="0" i="0" lang="en-US" spc="0" strike="noStrike" sz="1600" u="none">
                    <a:ln>
                      <a:noFill/>
                    </a:ln>
                    <a:solidFill>
                      <a:srgbClr val="ffffff"/>
                    </a:solidFill>
                    <a:latin typeface="Times New Roman"/>
                  </a:rPr>
                  <a:t>1,6 triệu +++</a:t>
                </a:r>
                <a:endParaRPr b="1" baseline="0" cap="none" dirty="0" i="0" lang="en-US" spc="0" strike="noStrike" sz="1600" u="none">
                  <a:ln>
                    <a:noFill/>
                  </a:ln>
                  <a:solidFill>
                    <a:srgbClr val="ffffff"/>
                  </a:solidFill>
                  <a:latin typeface="Times New Roman"/>
                </a:endParaRPr>
              </a:p>
            </p:txBody>
          </p:sp>
          <p:sp>
            <p:nvSpPr>
              <p:cNvPr id="22" name="Rectangle 17">
                <a:extLst>
                  <a:ext uri="{E6FEFD00-04A4-4B08-A1EA-BC8EB71EBCF7}">
                    <a16:creationId xmlns:a16="http://schemas.microsoft.com/office/drawing/2010/main" id="{824CEF76-8D51-4D36-B5AC-C56A8EC7C008}"/>
                  </a:ext>
                </a:extLst>
              </p:cNvPr>
              <p:cNvSpPr/>
              <p:nvPr/>
            </p:nvSpPr>
            <p:spPr>
              <a:xfrm rot="0">
                <a:off x="4644612" y="2018020"/>
                <a:ext cx="2058127" cy="788141"/>
              </a:xfrm>
              <a:prstGeom prst="rect">
                <a:avLst/>
              </a:prstGeom>
              <a:ln w="28575">
                <a:solidFill>
                  <a:schemeClr val="accent5">
                    <a:lumMod val="60000"/>
                    <a:lumOff val="40000"/>
                  </a:schemeClr>
                </a:solidFill>
              </a:ln>
              <a:effectLst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anchor="ctr" rtlCol="0"/>
              <a:lstStyle/>
              <a:p>
                <a:pPr algn="ctr"/>
                <a:r>
                  <a:rPr b="1" dirty="0" lang="en-US" sz="1600">
                    <a:solidFill>
                      <a:schemeClr val="accent5"/>
                    </a:solidFill>
                    <a:latin typeface="Times New Roman"/>
                  </a:rPr>
                  <a:t>CK &gt;= 800K</a:t>
                </a:r>
              </a:p>
              <a:p>
                <a:pPr algn="ctr"/>
                <a:r>
                  <a:rPr b="1" dirty="0" lang="en-US" sz="1600">
                    <a:solidFill>
                      <a:schemeClr val="accent5"/>
                    </a:solidFill>
                    <a:latin typeface="Times New Roman"/>
                  </a:rPr>
                  <a:t>Combo liều &gt;= 450K</a:t>
                </a:r>
                <a:endParaRPr b="1" dirty="0" lang="en-US" sz="1600">
                  <a:solidFill>
                    <a:schemeClr val="accent5"/>
                  </a:solidFill>
                  <a:latin typeface="Times New Roman"/>
                </a:endParaRPr>
              </a:p>
            </p:txBody>
          </p:sp>
        </p:grpSp>
      </p:grpSp>
      <p:sp>
        <p:nvSpPr>
          <p:cNvPr id="23" name="Rectangle 22">
            <a:extLst>
              <a:ext uri="{542AD980-5E54-481C-A91C-FEA0826DFA3F}">
                <a16:creationId xmlns:a16="http://schemas.microsoft.com/office/drawing/2010/main" id="{69268218-F88C-4BF9-8F69-88256DB1A3DB}"/>
              </a:ext>
            </a:extLst>
          </p:cNvPr>
          <p:cNvSpPr/>
          <p:nvPr/>
        </p:nvSpPr>
        <p:spPr>
          <a:xfrm rot="0">
            <a:off x="374750" y="5012318"/>
            <a:ext cx="10957810" cy="385246"/>
          </a:xfrm>
          <a:prstGeom prst="rect">
            <a:avLst/>
          </a:prstGeom>
          <a:ln w="19050">
            <a:solidFill>
              <a:srgbClr val="ff0000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 rtlCol="0"/>
          <a:lstStyle/>
          <a:p>
            <a:pPr/>
            <a:r>
              <a:rPr dirty="0" lang="vi-VN" sz="1500">
                <a:solidFill>
                  <a:schemeClr val="tx1"/>
                </a:solidFill>
                <a:latin typeface="Times New Roman"/>
              </a:rPr>
              <a:t>DS xuất sắc nhất dự án Qu</a:t>
            </a:r>
            <a:r>
              <a:rPr dirty="0" lang="en-US" sz="1500">
                <a:solidFill>
                  <a:schemeClr val="tx1"/>
                </a:solidFill>
                <a:latin typeface="Times New Roman"/>
              </a:rPr>
              <a:t>ý</a:t>
            </a:r>
            <a:r>
              <a:rPr dirty="0" lang="vi-VN" sz="1500">
                <a:solidFill>
                  <a:schemeClr val="tx1"/>
                </a:solidFill>
                <a:latin typeface="Times New Roman"/>
              </a:rPr>
              <a:t> </a:t>
            </a:r>
            <a:r>
              <a:rPr dirty="0" lang="en-US" sz="1500">
                <a:solidFill>
                  <a:schemeClr val="tx1"/>
                </a:solidFill>
                <a:latin typeface="Times New Roman"/>
              </a:rPr>
              <a:t>2</a:t>
            </a:r>
            <a:r>
              <a:rPr dirty="0" lang="vi-VN" sz="1500">
                <a:solidFill>
                  <a:schemeClr val="tx1"/>
                </a:solidFill>
                <a:latin typeface="Times New Roman"/>
              </a:rPr>
              <a:t>.202</a:t>
            </a:r>
            <a:r>
              <a:rPr dirty="0" lang="en-US" sz="1500">
                <a:solidFill>
                  <a:schemeClr val="tx1"/>
                </a:solidFill>
                <a:latin typeface="Times New Roman"/>
              </a:rPr>
              <a:t>6</a:t>
            </a:r>
            <a:r>
              <a:rPr dirty="0" lang="vi-VN" sz="1500">
                <a:solidFill>
                  <a:schemeClr val="tx1"/>
                </a:solidFill>
                <a:latin typeface="Times New Roman"/>
              </a:rPr>
              <a:t> </a:t>
            </a:r>
            <a:r>
              <a:rPr dirty="0" lang="en-US" sz="1500">
                <a:solidFill>
                  <a:schemeClr val="tx1"/>
                </a:solidFill>
                <a:latin typeface="Times New Roman"/>
              </a:rPr>
              <a:t>(</a:t>
            </a:r>
            <a:r>
              <a:rPr dirty="0" lang="vi-VN" sz="1500">
                <a:solidFill>
                  <a:schemeClr val="tx1"/>
                </a:solidFill>
                <a:latin typeface="Times New Roman"/>
              </a:rPr>
              <a:t>Tổng doanh thu </a:t>
            </a:r>
            <a:r>
              <a:rPr b="1" dirty="0" lang="vi-VN" sz="1500">
                <a:solidFill>
                  <a:srgbClr val="ff0000"/>
                </a:solidFill>
                <a:latin typeface="Times New Roman"/>
              </a:rPr>
              <a:t>CK và </a:t>
            </a:r>
            <a:r>
              <a:rPr b="1" dirty="0" lang="en-US" sz="1500">
                <a:solidFill>
                  <a:srgbClr val="ff0000"/>
                </a:solidFill>
                <a:latin typeface="Times New Roman"/>
              </a:rPr>
              <a:t>Combo liều</a:t>
            </a:r>
            <a:r>
              <a:rPr b="1" dirty="0" lang="vi-VN" sz="1500">
                <a:solidFill>
                  <a:srgbClr val="ff0000"/>
                </a:solidFill>
                <a:latin typeface="Times New Roman"/>
              </a:rPr>
              <a:t> cao nhất</a:t>
            </a:r>
            <a:r>
              <a:rPr b="1" dirty="0" lang="en-US" sz="1500">
                <a:solidFill>
                  <a:srgbClr val="ff0000"/>
                </a:solidFill>
                <a:latin typeface="Times New Roman"/>
              </a:rPr>
              <a:t> quý</a:t>
            </a:r>
            <a:r>
              <a:rPr dirty="0" lang="vi-VN" sz="1500">
                <a:solidFill>
                  <a:schemeClr val="tx1"/>
                </a:solidFill>
                <a:latin typeface="Times New Roman"/>
              </a:rPr>
              <a:t>) =&gt; </a:t>
            </a:r>
            <a:r>
              <a:rPr b="1" dirty="0" lang="vi-VN" sz="1500">
                <a:solidFill>
                  <a:srgbClr val="ff0000"/>
                </a:solidFill>
                <a:latin typeface="Times New Roman"/>
              </a:rPr>
              <a:t>thưởng 1M </a:t>
            </a:r>
            <a:r>
              <a:rPr dirty="0" lang="vi-VN" sz="1500">
                <a:solidFill>
                  <a:schemeClr val="tx1"/>
                </a:solidFill>
                <a:latin typeface="Times New Roman"/>
              </a:rPr>
              <a:t>vào cuối qu</a:t>
            </a:r>
            <a:r>
              <a:rPr dirty="0" lang="en-US" sz="1500">
                <a:solidFill>
                  <a:schemeClr val="tx1"/>
                </a:solidFill>
                <a:latin typeface="Times New Roman"/>
              </a:rPr>
              <a:t>ý</a:t>
            </a:r>
            <a:endParaRPr dirty="0" lang="en-US" sz="1500">
              <a:solidFill>
                <a:schemeClr val="tx1"/>
              </a:solidFill>
              <a:latin typeface="Times New Roman"/>
            </a:endParaRPr>
          </a:p>
        </p:txBody>
      </p:sp>
      <p:sp>
        <p:nvSpPr>
          <p:cNvPr id="24" name="Rectangle 11">
            <a:extLst>
              <a:ext uri="{05F067FA-0DC2-4AE2-BBC2-5663ABDE3F42}">
                <a16:creationId xmlns:a16="http://schemas.microsoft.com/office/drawing/2010/main" id="{4B84A940-5D5F-4C72-8D54-CE7E9AA7FBE1}"/>
              </a:ext>
            </a:extLst>
          </p:cNvPr>
          <p:cNvSpPr/>
          <p:nvPr/>
        </p:nvSpPr>
        <p:spPr>
          <a:xfrm rot="0">
            <a:off x="374750" y="3141064"/>
            <a:ext cx="10957810" cy="644602"/>
          </a:xfrm>
          <a:prstGeom prst="rect">
            <a:avLst/>
          </a:prstGeom>
          <a:ln w="19050">
            <a:solidFill>
              <a:srgbClr val="ff0000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 rtlCol="0"/>
          <a:lstStyle/>
          <a:p>
            <a:pPr/>
            <a:r>
              <a:rPr b="1" dirty="0" lang="en-US" sz="1500">
                <a:solidFill>
                  <a:schemeClr val="tx1"/>
                </a:solidFill>
                <a:latin typeface="Times New Roman"/>
              </a:rPr>
              <a:t>Lưu ý: </a:t>
            </a:r>
            <a:r>
              <a:rPr dirty="0" lang="en-US" sz="1500">
                <a:solidFill>
                  <a:schemeClr val="tx1"/>
                </a:solidFill>
                <a:latin typeface="Times New Roman"/>
              </a:rPr>
              <a:t>Nhóm </a:t>
            </a:r>
            <a:r>
              <a:rPr b="1" dirty="0" lang="en-US" sz="1500">
                <a:solidFill>
                  <a:srgbClr val="ff0000"/>
                </a:solidFill>
                <a:latin typeface="Times New Roman"/>
              </a:rPr>
              <a:t>CK, Combo liều </a:t>
            </a:r>
            <a:r>
              <a:rPr dirty="0" lang="en-US" sz="1500">
                <a:solidFill>
                  <a:schemeClr val="tx1"/>
                </a:solidFill>
                <a:latin typeface="Times New Roman"/>
              </a:rPr>
              <a:t>bao gồm doanh thu nhóm mã hàng </a:t>
            </a:r>
            <a:r>
              <a:rPr b="1" dirty="0" lang="en-US" sz="1500">
                <a:solidFill>
                  <a:srgbClr val="ff0000"/>
                </a:solidFill>
                <a:latin typeface="Times New Roman"/>
              </a:rPr>
              <a:t>Chiết khấu, Combo liều </a:t>
            </a:r>
            <a:r>
              <a:rPr dirty="0" lang="en-US" sz="1500">
                <a:solidFill>
                  <a:schemeClr val="tx1"/>
                </a:solidFill>
                <a:latin typeface="Times New Roman"/>
              </a:rPr>
              <a:t>(không ghi nhận doanh thu các mã LL)</a:t>
            </a:r>
            <a:endParaRPr dirty="0" lang="en-US" sz="1500">
              <a:solidFill>
                <a:schemeClr val="tx1"/>
              </a:solidFill>
              <a:latin typeface="Times New Roman"/>
            </a:endParaRPr>
          </a:p>
        </p:txBody>
      </p:sp>
    </p:spTree>
    <p:extLst>
      <p:ext uri="{6A95D829-AA12-47C1-9DDE-EF46BCD116B1}">
        <p14:creationId xmlns:p14="http://schemas.microsoft.com/office/powerpoint/2010/main" val="1786171456968"/>
      </p:ext>
    </p:extLst>
  </p:cSld>
  <p:clrMapOvr>
    <a:masterClrMapping/>
  </p:clrMapOvr>
</p:sld>
</file>

<file path=ppt/theme/theme1.xml><?xml version="1.0" encoding="utf-8"?>
<a:theme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4999"/>
                <a:lumMod val="110000"/>
              </a:schemeClr>
            </a:gs>
            <a:gs pos="50000">
              <a:schemeClr val="phClr">
                <a:tint val="73000"/>
                <a:satMod val="103000"/>
                <a:lumMod val="104999"/>
              </a:schemeClr>
            </a:gs>
            <a:gs pos="100000">
              <a:schemeClr val="phClr">
                <a:tint val="81000"/>
                <a:satMod val="109000"/>
                <a:lumMod val="104999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cap="flat" w="12700">
          <a:solidFill>
            <a:schemeClr val="phClr"/>
          </a:solidFill>
          <a:prstDash val="solid"/>
          <a:miter lim="800000"/>
        </a:ln>
        <a:ln cap="flat" w="19050">
          <a:solidFill>
            <a:schemeClr val="phClr"/>
          </a:solidFill>
          <a:prstDash val="solid"/>
          <a:miter lim="800000"/>
        </a:ln>
        <a:ln cap="flat" w="25400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 anchor="ctr" rtlCol="0"/>
      <a:lstStyle>
        <a:lvl1pPr algn="ctr" lvl="0"/>
      </a:lstStyle>
      <a:style>
        <a:lnRef idx="2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4999"/>
                <a:lumMod val="110000"/>
              </a:schemeClr>
            </a:gs>
            <a:gs pos="50000">
              <a:schemeClr val="phClr">
                <a:tint val="73000"/>
                <a:satMod val="103000"/>
                <a:lumMod val="104999"/>
              </a:schemeClr>
            </a:gs>
            <a:gs pos="100000">
              <a:schemeClr val="phClr">
                <a:tint val="81000"/>
                <a:satMod val="109000"/>
                <a:lumMod val="104999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cap="flat" w="12700">
          <a:solidFill>
            <a:schemeClr val="phClr"/>
          </a:solidFill>
          <a:prstDash val="solid"/>
          <a:miter lim="800000"/>
        </a:ln>
        <a:ln cap="flat" w="19050">
          <a:solidFill>
            <a:schemeClr val="phClr"/>
          </a:solidFill>
          <a:prstDash val="solid"/>
          <a:miter lim="800000"/>
        </a:ln>
        <a:ln cap="flat" w="25400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 anchor="ctr" rtlCol="0"/>
      <a:lstStyle>
        <a:lvl1pPr algn="ctr" lvl="0"/>
      </a:lstStyle>
      <a:style>
        <a:lnRef idx="2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:Properties xmlns:properties="http://schemas.openxmlformats.org/officeDocument/2006/extended-properties" xmlns:vt="http://schemas.openxmlformats.org/officeDocument/2006/docPropsVTypes">
  <properties:AppVersion>3.0000</properties:AppVersion>
  <properties:ScaleCrop>false</properties:ScaleCrop>
  <properties:Company>Company</properties:Company>
  <properties:LinksUpToDate>false</properties:LinksUpToDate>
  <properties:HyperlinksChanged>false</properties:HyperlinksChanged>
  <properties:PresentationFormat>On-Screen Show (4:3)</properties:PresentationFormat>
  <properties:Application>Zoho Show</properties:Application>
  <properties:SharedDoc>false</properties:SharedDoc>
</properties: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Slide 1</dc:title>
  <cp:revision>1</cp:revision>
  <dc:creator/>
  <cp:lastModifiedBy/>
  <dcterms:created xsi:type="dcterms:W3CDTF">2026-06-03T02:38:40Z</dcterms:created>
  <dcterms:modified xsi:type="dcterms:W3CDTF">2026-07-08T04:13:10Z</dcterms:modified>
</cp:coreProperties>
</file>