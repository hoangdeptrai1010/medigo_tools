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Default ContentType="image/png" Extension="png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media/img_cc_black.png" Type="http://schemas.openxmlformats.org/officeDocument/2006/relationships/image"/><Relationship Id="rId2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</p:sldIdLst>
  <p:sldSz cx="12192000" cy="6858000" type="custom"/>
  <p:notesSz cx="12192000" cy="6858000"/>
  <p:embeddedFontLst/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tableStyles.xml" Type="http://schemas.openxmlformats.org/officeDocument/2006/relationships/tableStyles"/><Relationship Id="rId7" Target="presProps.xml" Type="http://schemas.openxmlformats.org/officeDocument/2006/relationships/presProps"/><Relationship Id="rId8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40A1817-9784-4A6F-9F76-8B83CC0F32E0}">
                <a16:creationId xmlns:a16="http://schemas.microsoft.com/office/drawing/2010/main" id="{424CA119-1E62-4353-B164-67A63457D76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524000" y="1122363"/>
            <a:ext cx="9144000" cy="2387600"/>
          </a:xfrm>
        </p:spPr>
        <p:txBody>
          <a:bodyPr anchor="b" rtlCol="0"/>
          <a:lstStyle>
            <a:lvl1pPr algn="ctr"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4AF4CFBA-2A0A-4CC5-95E1-3163F9BA7AB5}">
                <a16:creationId xmlns:a16="http://schemas.microsoft.com/office/drawing/2010/main" id="{9241237B-93FF-4ABE-A866-4FCB4A5BEDC2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524000" y="3602038"/>
            <a:ext cx="9144000" cy="1655762"/>
          </a:xfrm>
        </p:spPr>
        <p:txBody>
          <a:bodyPr rtlCol="0"/>
          <a:lstStyle>
            <a:lvl1pPr algn="ctr" indent="0" lvl="0" marL="0">
              <a:buNone/>
              <a:defRPr dirty="0" lang="en-US" sz="2400"/>
            </a:lvl1pPr>
            <a:lvl2pPr algn="ctr" indent="0" lvl="1" marL="457200">
              <a:buNone/>
              <a:defRPr dirty="0" lang="en-US" sz="2000"/>
            </a:lvl2pPr>
            <a:lvl3pPr algn="ctr" indent="0" lvl="2" marL="914400">
              <a:buNone/>
              <a:defRPr dirty="0" lang="en-US" sz="1800"/>
            </a:lvl3pPr>
            <a:lvl4pPr algn="ctr" indent="0" lvl="3" marL="1371600">
              <a:buNone/>
              <a:defRPr dirty="0" lang="en-US" sz="1600"/>
            </a:lvl4pPr>
            <a:lvl5pPr algn="ctr" indent="0" lvl="4" marL="1828800">
              <a:buNone/>
              <a:defRPr dirty="0" lang="en-US" sz="1600"/>
            </a:lvl5pPr>
            <a:lvl6pPr algn="ctr" indent="0" lvl="5" marL="2286000">
              <a:buNone/>
              <a:defRPr dirty="0" lang="en-US" sz="1600"/>
            </a:lvl6pPr>
            <a:lvl7pPr algn="ctr" indent="0" lvl="6" marL="2743200">
              <a:buNone/>
              <a:defRPr dirty="0" lang="en-US" sz="1600"/>
            </a:lvl7pPr>
            <a:lvl8pPr algn="ctr" indent="0" lvl="7" marL="3200400">
              <a:buNone/>
              <a:defRPr dirty="0" lang="en-US" sz="1600"/>
            </a:lvl8pPr>
            <a:lvl9pPr algn="ctr" indent="0" lvl="8" marL="3657600">
              <a:buNone/>
              <a:defRPr dirty="0" lang="en-US" sz="1600"/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Date Placeholder 3">
            <a:extLst>
              <a:ext uri="{3AAD57F9-DB01-4045-8BC2-05ABE5E5A992}">
                <a16:creationId xmlns:a16="http://schemas.microsoft.com/office/drawing/2010/main" id="{10C6D084-C897-48C8-A6BE-217878C94FE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17D3A56E-4F53-4054-925A-01F4B02C28E7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0256D2A0-19D0-487E-A7AD-FA7E87942CF3}">
                <a16:creationId xmlns:a16="http://schemas.microsoft.com/office/drawing/2010/main" id="{6096A180-C125-49FC-B524-289C67994B6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2CA3BF10-CB38-4D24-9A06-A5E69D53F917}">
                <a16:creationId xmlns:a16="http://schemas.microsoft.com/office/drawing/2010/main" id="{E722AF52-BBCB-469C-874D-6D4B57266F4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FCDD8975-7F64-4757-A0D7-3D682D6452B0}" type="slidenum"/>
            <a:endParaRPr dirty="0" lang="en-US"/>
          </a:p>
        </p:txBody>
      </p:sp>
    </p:spTree>
    <p:extLst>
      <p:ext uri="{0CD01A22-EBBD-486D-999A-8D94CF9FB3C6}">
        <p14:creationId xmlns:p14="http://schemas.microsoft.com/office/powerpoint/2010/main" val="178617145693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4ED0EE2-3FB1-49BD-8FB6-27B16B47D280}">
                <a16:creationId xmlns:a16="http://schemas.microsoft.com/office/drawing/2010/main" id="{75D7604A-5E0C-4BF7-9B37-7CDA0F3FB37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C30029F0-3C5A-47D1-B362-0C1BADDF58B4}">
                <a16:creationId xmlns:a16="http://schemas.microsoft.com/office/drawing/2010/main" id="{A86B6C0D-7A3E-418A-BCDF-2DEC452ABE50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BC695BF3-4160-4EAB-9CB0-01CCBA6A8F12}">
                <a16:creationId xmlns:a16="http://schemas.microsoft.com/office/drawing/2010/main" id="{729AD22A-7B90-462D-BA0D-B9A3E0A7FAA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AC7DD6B-8C44-4A68-AF25-A883F9CB7B3A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5F98EAB1-CF14-4F1A-AD59-9F67F4A18C75}">
                <a16:creationId xmlns:a16="http://schemas.microsoft.com/office/drawing/2010/main" id="{00B6B1A0-6207-42FB-B1F4-2186854907A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C9D2212A-5466-4712-89A7-0B5A2C939511}">
                <a16:creationId xmlns:a16="http://schemas.microsoft.com/office/drawing/2010/main" id="{2D9F484A-9E7F-4C4A-B6FC-C1C55CF87AD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ADC0CB38-8870-4FEE-9BA3-428866ECD8B0}" type="slidenum"/>
            <a:endParaRPr dirty="0" lang="en-US"/>
          </a:p>
        </p:txBody>
      </p:sp>
    </p:spTree>
    <p:extLst>
      <p:ext uri="{F13D3904-AA96-4FB2-9465-757D8BCDACB7}">
        <p14:creationId xmlns:p14="http://schemas.microsoft.com/office/powerpoint/2010/main" val="1786171456935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039011AC-60A1-4ABD-8BE7-FAB49FBA7016}">
                <a16:creationId xmlns:a16="http://schemas.microsoft.com/office/drawing/2010/main" id="{178060BF-8563-4AA6-A51D-48E7EF492A2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1849" y="1709738"/>
            <a:ext cx="10515600" cy="2852737"/>
          </a:xfrm>
        </p:spPr>
        <p:txBody>
          <a:bodyPr anchor="b" rtlCol="0"/>
          <a:lstStyle>
            <a:lvl1pPr lvl="0">
              <a:defRPr dirty="0" lang="en-US" sz="6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74DD7B13-C119-4B85-ADE5-E591F5486546}">
                <a16:creationId xmlns:a16="http://schemas.microsoft.com/office/drawing/2010/main" id="{CB33D783-93C5-4F1A-998E-5E836E562CFF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1849" y="4589463"/>
            <a:ext cx="10515600" cy="1500187"/>
          </a:xfrm>
        </p:spPr>
        <p:txBody>
          <a:bodyPr rtlCol="0"/>
          <a:lstStyle>
            <a:lvl1pPr indent="0" lvl="0" marL="0">
              <a:buNone/>
              <a:defRPr dirty="0" lang="en-US" sz="2400">
                <a:solidFill>
                  <a:schemeClr val="tx1">
                    <a:tint val="82000"/>
                  </a:schemeClr>
                </a:solidFill>
              </a:defRPr>
            </a:lvl1pPr>
            <a:lvl2pPr indent="0" lvl="1" marL="457200">
              <a:buNone/>
              <a:defRPr dirty="0" lang="en-US" sz="2000">
                <a:solidFill>
                  <a:schemeClr val="tx1">
                    <a:tint val="82000"/>
                  </a:schemeClr>
                </a:solidFill>
              </a:defRPr>
            </a:lvl2pPr>
            <a:lvl3pPr indent="0" lvl="2" marL="914400">
              <a:buNone/>
              <a:defRPr dirty="0" lang="en-US" sz="1800">
                <a:solidFill>
                  <a:schemeClr val="tx1">
                    <a:tint val="82000"/>
                  </a:schemeClr>
                </a:solidFill>
              </a:defRPr>
            </a:lvl3pPr>
            <a:lvl4pPr indent="0" lvl="3" marL="1371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4pPr>
            <a:lvl5pPr indent="0" lvl="4" marL="18288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5pPr>
            <a:lvl6pPr indent="0" lvl="5" marL="22860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6pPr>
            <a:lvl7pPr indent="0" lvl="6" marL="27432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7pPr>
            <a:lvl8pPr indent="0" lvl="7" marL="32004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8pPr>
            <a:lvl9pPr indent="0" lvl="8" marL="3657600">
              <a:buNone/>
              <a:defRPr dirty="0" lang="en-US"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Date Placeholder 3">
            <a:extLst>
              <a:ext uri="{8534345D-FA6E-422C-8CC0-05FFA386DC3E}">
                <a16:creationId xmlns:a16="http://schemas.microsoft.com/office/drawing/2010/main" id="{EED2D513-66BF-43A5-BA28-41AA88E48F4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1EBCC44B-48BE-4A5E-9F3F-2FF4E4628BC2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66D851EF-F6E3-427D-8388-5E930B9C2425}">
                <a16:creationId xmlns:a16="http://schemas.microsoft.com/office/drawing/2010/main" id="{A8B87982-5ED9-49BE-9FA7-E19B89094BC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921284FE-ACAF-421F-9A1B-872F66EB4C58}">
                <a16:creationId xmlns:a16="http://schemas.microsoft.com/office/drawing/2010/main" id="{59EC2789-7900-4E1A-8530-09BBC02F3E4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0C1658D-0B5C-4A8C-A6F1-622EEBA4EAC6}" type="slidenum"/>
            <a:endParaRPr dirty="0" lang="en-US"/>
          </a:p>
        </p:txBody>
      </p:sp>
    </p:spTree>
    <p:extLst>
      <p:ext uri="{CBA753FA-D2FD-4F10-A89A-B8207703C0F2}">
        <p14:creationId xmlns:p14="http://schemas.microsoft.com/office/powerpoint/2010/main" val="1786171456935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8D44E95-E690-4207-B591-3DF1FBBC46DB}">
                <a16:creationId xmlns:a16="http://schemas.microsoft.com/office/drawing/2010/main" id="{088CF12F-A5E5-4A82-9757-257798077E6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5B38A99D-D43E-4075-B507-15510BF9A8A5}">
                <a16:creationId xmlns:a16="http://schemas.microsoft.com/office/drawing/2010/main" id="{DA1FE83F-CFB7-43F5-A924-DFF3CDB9DF07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838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3">
            <a:extLst>
              <a:ext uri="{A0BA4EDE-5AD7-4A58-A1EE-666404CEB137}">
                <a16:creationId xmlns:a16="http://schemas.microsoft.com/office/drawing/2010/main" id="{6ED7847D-185E-4D8C-90DD-19B18629BB84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6172200" y="1825625"/>
            <a:ext cx="5181600" cy="43513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Date Placeholder 4">
            <a:extLst>
              <a:ext uri="{188CC5A2-C014-4EBE-A4BD-910BB370643A}">
                <a16:creationId xmlns:a16="http://schemas.microsoft.com/office/drawing/2010/main" id="{6B454ECA-B96E-4F3E-858B-226B559EE701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19ABEF6C-2337-42AF-B2D9-6049E6E53317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3F917A3F-FCB8-4A9C-A7DA-DC6CBAAFDFCB}">
                <a16:creationId xmlns:a16="http://schemas.microsoft.com/office/drawing/2010/main" id="{11C2D870-D986-471B-BE89-BCA9C83E51CA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BA6CFD17-E142-46D0-A68F-D0749AE51C1B}">
                <a16:creationId xmlns:a16="http://schemas.microsoft.com/office/drawing/2010/main" id="{BC0AB038-1DB1-466C-BE57-17FDC4B8EB1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5C6203A8-131D-4659-9920-3BF9550FDB56}" type="slidenum"/>
            <a:endParaRPr dirty="0" lang="en-US"/>
          </a:p>
        </p:txBody>
      </p:sp>
    </p:spTree>
    <p:extLst>
      <p:ext uri="{2F2D675F-18FC-493F-A3B6-4158BC5AD39E}">
        <p14:creationId xmlns:p14="http://schemas.microsoft.com/office/powerpoint/2010/main" val="1786171456936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4F2DBC7-9BF8-4B07-8373-E017D84405ED}">
                <a16:creationId xmlns:a16="http://schemas.microsoft.com/office/drawing/2010/main" id="{D4CF7C28-6968-4616-B69E-20AF991B26F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365125"/>
            <a:ext cx="10515600" cy="1325563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58DACDF6-9A29-42A9-9286-A457861A95B7}">
                <a16:creationId xmlns:a16="http://schemas.microsoft.com/office/drawing/2010/main" id="{5E1737B2-D420-446D-96FC-FEBD5E4F68B4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9788" y="1681163"/>
            <a:ext cx="51577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3">
            <a:extLst>
              <a:ext uri="{9568E201-DEBC-4A52-BF88-C50502D6190E}">
                <a16:creationId xmlns:a16="http://schemas.microsoft.com/office/drawing/2010/main" id="{A67339DF-46AB-47DC-B34C-EBDF8A66AA7E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839788" y="2505075"/>
            <a:ext cx="51577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ext Placeholder 4">
            <a:extLst>
              <a:ext uri="{2C01911E-E200-43A9-982A-3CF4D12A7113}">
                <a16:creationId xmlns:a16="http://schemas.microsoft.com/office/drawing/2010/main" id="{DE3A18D6-16C8-48FF-A596-BC613F90CAFC}"/>
              </a:ext>
            </a:extLst>
          </p:cNvPr>
          <p:cNvSpPr>
            <a:spLocks noGrp="true"/>
          </p:cNvSpPr>
          <p:nvPr>
            <p:ph idx="3" type="body"/>
          </p:nvPr>
        </p:nvSpPr>
        <p:spPr>
          <a:xfrm rot="0">
            <a:off x="6172200" y="1681163"/>
            <a:ext cx="5183187" cy="823912"/>
          </a:xfrm>
        </p:spPr>
        <p:txBody>
          <a:bodyPr anchor="b" rtlCol="0"/>
          <a:lstStyle>
            <a:lvl1pPr indent="0" lvl="0" marL="0">
              <a:buNone/>
              <a:defRPr b="1" dirty="0" lang="en-US" sz="2400"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6" name="Content Placeholder 5">
            <a:extLst>
              <a:ext uri="{DF547A07-E49D-4EA8-9449-98512D76BE04}">
                <a16:creationId xmlns:a16="http://schemas.microsoft.com/office/drawing/2010/main" id="{0F0274A7-1ED7-4AE6-8053-D84492C0A507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6172200" y="2505075"/>
            <a:ext cx="5183187" cy="368458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6">
            <a:extLst>
              <a:ext uri="{7E2D7569-A167-4884-8F0F-E18202024CD8}">
                <a16:creationId xmlns:a16="http://schemas.microsoft.com/office/drawing/2010/main" id="{7CB3273C-0A67-4752-B07D-A97B9446AF3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BC8F4D53-0E18-43C1-BBF8-A728D64C5DD9}" type="datetime1">
              <a:t>8/7/2026</a:t>
            </a:fld>
            <a:endParaRPr dirty="0" lang="en-US"/>
          </a:p>
        </p:txBody>
      </p:sp>
      <p:sp>
        <p:nvSpPr>
          <p:cNvPr id="8" name="Footer Placeholder 7">
            <a:extLst>
              <a:ext uri="{F2899184-7450-4A52-913A-2AF0349417F9}">
                <a16:creationId xmlns:a16="http://schemas.microsoft.com/office/drawing/2010/main" id="{FD202F5F-E98B-45F1-A371-F5142DB8EFA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lide Number Placeholder 8">
            <a:extLst>
              <a:ext uri="{2B01DD1D-11A1-40B2-93F9-15970AD72852}">
                <a16:creationId xmlns:a16="http://schemas.microsoft.com/office/drawing/2010/main" id="{8858F13B-6A49-4342-9390-2164D6A0B35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17A5A197-87D7-4A7D-AD7E-D2C9C24A3424}" type="slidenum"/>
            <a:endParaRPr dirty="0" lang="en-US"/>
          </a:p>
        </p:txBody>
      </p:sp>
    </p:spTree>
    <p:extLst>
      <p:ext uri="{27DA0316-049E-4451-9460-5032464B26B7}">
        <p14:creationId xmlns:p14="http://schemas.microsoft.com/office/powerpoint/2010/main" val="1786171456936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E8F8DAF-9CFF-44BC-B25C-323B52ED7B88}">
                <a16:creationId xmlns:a16="http://schemas.microsoft.com/office/drawing/2010/main" id="{8F317B57-431E-4087-9087-CFE96570626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Date Placeholder 2">
            <a:extLst>
              <a:ext uri="{77AE69B6-A3BB-433D-BDC4-C6AF6653DFB4}">
                <a16:creationId xmlns:a16="http://schemas.microsoft.com/office/drawing/2010/main" id="{69AC087F-7017-434B-BC58-83227190411C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A9D10258-CD5E-4B53-88F8-F2D3B44285C1}" type="datetime1">
              <a:t>8/7/2026</a:t>
            </a:fld>
            <a:endParaRPr dirty="0" lang="en-US"/>
          </a:p>
        </p:txBody>
      </p:sp>
      <p:sp>
        <p:nvSpPr>
          <p:cNvPr id="4" name="Footer Placeholder 3">
            <a:extLst>
              <a:ext uri="{7D5EE01D-7254-4BA8-AF8E-59811B289015}">
                <a16:creationId xmlns:a16="http://schemas.microsoft.com/office/drawing/2010/main" id="{BCD58A83-5DFB-4B10-A029-C8896F1AC17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Slide Number Placeholder 4">
            <a:extLst>
              <a:ext uri="{000F8C90-94D5-4D86-A67E-89970CAF4145}">
                <a16:creationId xmlns:a16="http://schemas.microsoft.com/office/drawing/2010/main" id="{E2A8D217-68EA-4BD4-B374-CA91EBDAFB91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DDECBE7C-FBCF-4C01-A8EB-8C40F4BCC6E7}" type="slidenum"/>
            <a:endParaRPr dirty="0" lang="en-US"/>
          </a:p>
        </p:txBody>
      </p:sp>
    </p:spTree>
    <p:extLst>
      <p:ext uri="{989D6764-1935-42F5-9C51-606831864FFB}">
        <p14:creationId xmlns:p14="http://schemas.microsoft.com/office/powerpoint/2010/main" val="1786171456937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48A56F76-8683-428E-936B-859C9D52A55C}">
                <a16:creationId xmlns:a16="http://schemas.microsoft.com/office/drawing/2010/main" id="{7DFB5B8D-72C0-4556-8565-C9F4916DF7F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98B715A3-D182-404A-9CA9-65C9C3544FF7}" type="datetime1">
              <a:t>8/7/2026</a:t>
            </a:fld>
            <a:endParaRPr dirty="0" lang="en-US"/>
          </a:p>
        </p:txBody>
      </p:sp>
      <p:sp>
        <p:nvSpPr>
          <p:cNvPr id="3" name="Footer Placeholder 2">
            <a:extLst>
              <a:ext uri="{74436578-92A8-447C-AE2D-89B87181004D}">
                <a16:creationId xmlns:a16="http://schemas.microsoft.com/office/drawing/2010/main" id="{209DA78D-A8D2-43AF-96AF-4767D3FAA6A8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Slide Number Placeholder 3">
            <a:extLst>
              <a:ext uri="{6D4C9A5D-761D-453F-A626-D245AA3AD2C6}">
                <a16:creationId xmlns:a16="http://schemas.microsoft.com/office/drawing/2010/main" id="{338911F0-7692-422D-A639-744A96D6377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078A489A-0EDE-4979-BA31-264E317962F1}" type="slidenum"/>
            <a:endParaRPr dirty="0" lang="en-US"/>
          </a:p>
        </p:txBody>
      </p:sp>
    </p:spTree>
    <p:extLst>
      <p:ext uri="{BDE06C4D-3589-41A7-A03E-7BB1165FBB83}">
        <p14:creationId xmlns:p14="http://schemas.microsoft.com/office/powerpoint/2010/main" val="1786171456937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3BE9242-BAFA-4963-B864-404A4783ED14}">
                <a16:creationId xmlns:a16="http://schemas.microsoft.com/office/drawing/2010/main" id="{52842438-8266-48A4-97FB-953F5E574AC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E0D9331-8144-44C1-8262-F0DC7D617187}">
                <a16:creationId xmlns:a16="http://schemas.microsoft.com/office/drawing/2010/main" id="{61E061D9-31A2-4908-BE86-134E53BE5679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lvl="0">
              <a:defRPr dirty="0" lang="en-US" sz="3200"/>
            </a:lvl1pPr>
            <a:lvl2pPr lvl="1">
              <a:defRPr dirty="0" lang="en-US" sz="2800"/>
            </a:lvl2pPr>
            <a:lvl3pPr lvl="2">
              <a:defRPr dirty="0" lang="en-US" sz="2400"/>
            </a:lvl3pPr>
            <a:lvl4pPr lvl="3">
              <a:defRPr dirty="0" lang="en-US" sz="2000"/>
            </a:lvl4pPr>
            <a:lvl5pPr lvl="4">
              <a:defRPr dirty="0" lang="en-US" sz="2000"/>
            </a:lvl5pPr>
            <a:lvl6pPr lvl="5">
              <a:defRPr dirty="0" lang="en-US" sz="2000"/>
            </a:lvl6pPr>
            <a:lvl7pPr lvl="6">
              <a:defRPr dirty="0" lang="en-US" sz="2000"/>
            </a:lvl7pPr>
            <a:lvl8pPr lvl="7">
              <a:defRPr dirty="0" lang="en-US" sz="2000"/>
            </a:lvl8pPr>
            <a:lvl9pPr lvl="8">
              <a:defRPr dirty="0" lang="en-US" sz="2000"/>
            </a:lvl9pPr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Text Placeholder 3">
            <a:extLst>
              <a:ext uri="{A99B2606-8988-40A1-9B09-EFB3960F5FF3}">
                <a16:creationId xmlns:a16="http://schemas.microsoft.com/office/drawing/2010/main" id="{2974B600-E718-47B2-8767-22B5920DF128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13F675D3-9FC7-4BD9-92E5-73192A1852F2}">
                <a16:creationId xmlns:a16="http://schemas.microsoft.com/office/drawing/2010/main" id="{CE78C6AF-D9CE-442F-A68C-A1212AB2071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5B86D770-13E4-45DD-B000-2AF24769896C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AC952776-08D1-4566-8110-CF967D626100}">
                <a16:creationId xmlns:a16="http://schemas.microsoft.com/office/drawing/2010/main" id="{989E7519-548B-41FB-B2AE-002A12C1D63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5D11B79F-76C7-42EA-8673-17F480346E70}">
                <a16:creationId xmlns:a16="http://schemas.microsoft.com/office/drawing/2010/main" id="{102CDC2F-B14F-4E48-A029-F23A73B4321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45E095E-F523-4E7A-B57F-E471F0F63E05}" type="slidenum"/>
            <a:endParaRPr dirty="0" lang="en-US"/>
          </a:p>
        </p:txBody>
      </p:sp>
    </p:spTree>
    <p:extLst>
      <p:ext uri="{1C4A0F88-0F55-4E09-B0CC-22781A508B16}">
        <p14:creationId xmlns:p14="http://schemas.microsoft.com/office/powerpoint/2010/main" val="1786171456938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8236598-15F9-4DB8-99F0-3ABF375623C0}">
                <a16:creationId xmlns:a16="http://schemas.microsoft.com/office/drawing/2010/main" id="{F7336EF3-B29D-4AED-B8D7-11D6453BCC7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9788" y="457200"/>
            <a:ext cx="3932237" cy="1600200"/>
          </a:xfrm>
        </p:spPr>
        <p:txBody>
          <a:bodyPr anchor="b" rtlCol="0"/>
          <a:lstStyle>
            <a:lvl1pPr lvl="0">
              <a:defRPr dirty="0" lang="en-US" sz="32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52194FFC-0093-45F0-AD21-8A7F3AF60471}">
                <a16:creationId xmlns:a16="http://schemas.microsoft.com/office/drawing/2010/main" id="{2D28F7D3-7033-4B62-A63A-CB0741265E9E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5183187" y="987425"/>
            <a:ext cx="6172200" cy="4873625"/>
          </a:xfrm>
        </p:spPr>
        <p:txBody>
          <a:bodyPr rtlCol="0"/>
          <a:lstStyle>
            <a:lvl1pPr indent="0" lvl="0" marL="0">
              <a:buNone/>
              <a:defRPr dirty="0" lang="en-US" sz="3200"/>
            </a:lvl1pPr>
            <a:lvl2pPr indent="0" lvl="1" marL="457200">
              <a:buNone/>
              <a:defRPr dirty="0" lang="en-US" sz="2800"/>
            </a:lvl2pPr>
            <a:lvl3pPr indent="0" lvl="2" marL="914400">
              <a:buNone/>
              <a:defRPr dirty="0" lang="en-US" sz="2400"/>
            </a:lvl3pPr>
            <a:lvl4pPr indent="0" lvl="3" marL="1371600">
              <a:buNone/>
              <a:defRPr dirty="0" lang="en-US" sz="2000"/>
            </a:lvl4pPr>
            <a:lvl5pPr indent="0" lvl="4" marL="1828800">
              <a:buNone/>
              <a:defRPr dirty="0" lang="en-US" sz="2000"/>
            </a:lvl5pPr>
            <a:lvl6pPr indent="0" lvl="5" marL="2286000">
              <a:buNone/>
              <a:defRPr dirty="0" lang="en-US" sz="2000"/>
            </a:lvl6pPr>
            <a:lvl7pPr indent="0" lvl="6" marL="2743200">
              <a:buNone/>
              <a:defRPr dirty="0" lang="en-US" sz="2000"/>
            </a:lvl7pPr>
            <a:lvl8pPr indent="0" lvl="7" marL="3200400">
              <a:buNone/>
              <a:defRPr dirty="0" lang="en-US" sz="2000"/>
            </a:lvl8pPr>
            <a:lvl9pPr indent="0" lvl="8" marL="3657600">
              <a:buNone/>
              <a:defRPr dirty="0" lang="en-US" sz="2000"/>
            </a:lvl9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Text Placeholder 3">
            <a:extLst>
              <a:ext uri="{1CD37CE0-AAE7-4421-9CC3-B87493BB7454}">
                <a16:creationId xmlns:a16="http://schemas.microsoft.com/office/drawing/2010/main" id="{21C07CBC-A8C1-4AEB-82D7-D8815E040200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839788" y="2057400"/>
            <a:ext cx="3932237" cy="3811587"/>
          </a:xfrm>
        </p:spPr>
        <p:txBody>
          <a:bodyPr rtlCol="0"/>
          <a:lstStyle>
            <a:lvl1pPr indent="0" lvl="0" marL="0">
              <a:buNone/>
              <a:defRPr dirty="0" lang="en-US" sz="1600"/>
            </a:lvl1pPr>
            <a:lvl2pPr indent="0" lvl="1" marL="457200">
              <a:buNone/>
              <a:defRPr dirty="0" lang="en-US" sz="1400"/>
            </a:lvl2pPr>
            <a:lvl3pPr indent="0" lvl="2" marL="914400">
              <a:buNone/>
              <a:defRPr dirty="0" lang="en-US" sz="1200"/>
            </a:lvl3pPr>
            <a:lvl4pPr indent="0" lvl="3" marL="1371600">
              <a:buNone/>
              <a:defRPr dirty="0" lang="en-US" sz="1000"/>
            </a:lvl4pPr>
            <a:lvl5pPr indent="0" lvl="4" marL="1828800">
              <a:buNone/>
              <a:defRPr dirty="0" lang="en-US" sz="1000"/>
            </a:lvl5pPr>
            <a:lvl6pPr indent="0" lvl="5" marL="2286000">
              <a:buNone/>
              <a:defRPr dirty="0" lang="en-US" sz="1000"/>
            </a:lvl6pPr>
            <a:lvl7pPr indent="0" lvl="6" marL="2743200">
              <a:buNone/>
              <a:defRPr dirty="0" lang="en-US" sz="1000"/>
            </a:lvl7pPr>
            <a:lvl8pPr indent="0" lvl="7" marL="3200400">
              <a:buNone/>
              <a:defRPr dirty="0" lang="en-US" sz="1000"/>
            </a:lvl8pPr>
            <a:lvl9pPr indent="0" lvl="8" marL="3657600">
              <a:buNone/>
              <a:defRPr dirty="0" lang="en-US" sz="1000"/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Date Placeholder 4">
            <a:extLst>
              <a:ext uri="{CDEFA5B1-B789-4641-A000-EECCF4F13B6C}">
                <a16:creationId xmlns:a16="http://schemas.microsoft.com/office/drawing/2010/main" id="{74A35177-5DFA-4601-8D2D-8C574895D94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E092682C-A732-40BC-A97F-07589D872BBC}" type="datetime1">
              <a:t>8/7/2026</a:t>
            </a:fld>
            <a:endParaRPr dirty="0" lang="en-US"/>
          </a:p>
        </p:txBody>
      </p:sp>
      <p:sp>
        <p:nvSpPr>
          <p:cNvPr id="6" name="Footer Placeholder 5">
            <a:extLst>
              <a:ext uri="{3CA74BC2-96A9-4E9E-87F1-4D946D4C11C1}">
                <a16:creationId xmlns:a16="http://schemas.microsoft.com/office/drawing/2010/main" id="{B5B308EF-40E6-42D9-8E01-8D3D5799E62D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Slide Number Placeholder 6">
            <a:extLst>
              <a:ext uri="{4B33297D-6640-46FF-9322-8614E1CDEF18}">
                <a16:creationId xmlns:a16="http://schemas.microsoft.com/office/drawing/2010/main" id="{7AE5FEFF-C889-41A2-87FD-438EA49D65D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E31A3485-6C95-441C-AD44-0E6A87919E27}" type="slidenum"/>
            <a:endParaRPr dirty="0" lang="en-US"/>
          </a:p>
        </p:txBody>
      </p:sp>
    </p:spTree>
    <p:extLst>
      <p:ext uri="{D6607791-9583-445A-AFF7-477DE1742FF1}">
        <p14:creationId xmlns:p14="http://schemas.microsoft.com/office/powerpoint/2010/main" val="1786171456938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599BE67-3964-43FB-90C6-2DD3C03A64A0}">
                <a16:creationId xmlns:a16="http://schemas.microsoft.com/office/drawing/2010/main" id="{CE2F0B2F-463F-4976-981D-D595B3F6567C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80E5DE0F-E242-44B1-B5E2-A7186688570E}">
                <a16:creationId xmlns:a16="http://schemas.microsoft.com/office/drawing/2010/main" id="{2183C005-FA1F-426D-AE1C-239D7F4B8683}"/>
              </a:ext>
            </a:extLst>
          </p:cNvPr>
          <p:cNvSpPr>
            <a:spLocks noGrp="true"/>
          </p:cNvSpPr>
          <p:nvPr>
            <p:ph idx="1" type="body"/>
          </p:nvPr>
        </p:nvSpPr>
        <p:spPr/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68960620-69FF-4B22-854B-627F2FD9E8FD}">
                <a16:creationId xmlns:a16="http://schemas.microsoft.com/office/drawing/2010/main" id="{BC2C92ED-1AB9-46EC-ACA6-476F21C33A7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3201CB9C-4974-4F50-93EB-0218A4055F38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F3AC6A11-6F1E-4E90-A1FB-AE64870A966D}">
                <a16:creationId xmlns:a16="http://schemas.microsoft.com/office/drawing/2010/main" id="{2DB489C9-5031-4DC8-AC0B-C8F27A377840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6E84091F-24A6-4318-AF4A-32B385350286}">
                <a16:creationId xmlns:a16="http://schemas.microsoft.com/office/drawing/2010/main" id="{03DD2664-AFC2-47CD-966F-A4CB455AB05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2A144727-2972-4154-85D2-D19AFAEE63DD}" type="slidenum"/>
            <a:endParaRPr dirty="0" lang="en-US"/>
          </a:p>
        </p:txBody>
      </p:sp>
    </p:spTree>
    <p:extLst>
      <p:ext uri="{3ECEE2D3-54AD-4087-AAA5-6E0DCF537EF6}">
        <p14:creationId xmlns:p14="http://schemas.microsoft.com/office/powerpoint/2010/main" val="178617145693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8EEF1C24-FBA0-4A3D-8D77-351218B0DF36}">
                <a16:creationId xmlns:a16="http://schemas.microsoft.com/office/drawing/2010/main" id="{A7E799D4-FFAF-4B91-BF93-D3491315F515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724900" y="365125"/>
            <a:ext cx="2628900" cy="5811838"/>
          </a:xfrm>
        </p:spPr>
        <p:txBody>
          <a:bodyPr rtlCol="0"/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Vertical Text Placeholder 2">
            <a:extLst>
              <a:ext uri="{8A094A7B-9F66-4E06-AA75-FD8C848411FE}">
                <a16:creationId xmlns:a16="http://schemas.microsoft.com/office/drawing/2010/main" id="{5F360017-87A5-4BB6-A7BA-06585E7C19D2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365125"/>
            <a:ext cx="7734300" cy="5811838"/>
          </a:xfrm>
        </p:spPr>
        <p:txBody>
          <a:bodyPr rtlCol="0"/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1B9E9B30-159D-4F04-BE0D-3FBA9DC41666}">
                <a16:creationId xmlns:a16="http://schemas.microsoft.com/office/drawing/2010/main" id="{1613A84A-7808-4F3E-A2F1-673A1A76667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fld id="{154DB90F-F581-4764-841A-50AEE6C3C42A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7E6A9F85-6EC7-4EA1-ADE4-65162794D7FE}">
                <a16:creationId xmlns:a16="http://schemas.microsoft.com/office/drawing/2010/main" id="{D9F961EC-434D-414A-BF81-DEF10CE059E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4934EF16-20EB-4E13-9EBB-D38279024FCA}">
                <a16:creationId xmlns:a16="http://schemas.microsoft.com/office/drawing/2010/main" id="{630344DF-FBFF-4E6B-ACB9-DE242E1D64D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fld id="{D0EB8933-85CE-4EF0-9A74-7EE6CC87ADDB}" type="slidenum"/>
            <a:endParaRPr dirty="0" lang="en-US"/>
          </a:p>
        </p:txBody>
      </p:sp>
    </p:spTree>
    <p:extLst>
      <p:ext uri="{019837B4-73DD-4595-BCD3-C6A2F9855320}">
        <p14:creationId xmlns:p14="http://schemas.microsoft.com/office/powerpoint/2010/main" val="1786171456939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2AB0E413-1C34-4C14-9083-4524BFD2AADB}">
                <a16:creationId xmlns:a16="http://schemas.microsoft.com/office/drawing/2010/main" id="{D8B64900-7CC0-4974-8247-C9E7D9E4389D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83D2ADD2-8CA2-4BC9-AC31-0C77AE8B8497}">
                <a16:creationId xmlns:a16="http://schemas.microsoft.com/office/drawing/2010/main" id="{BDBB1497-864F-40DC-9C02-214D9C092FCD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Date Placeholder 3">
            <a:extLst>
              <a:ext uri="{5E96F98B-9E46-4B34-AFF6-D1F299F0A0C9}">
                <a16:creationId xmlns:a16="http://schemas.microsoft.com/office/drawing/2010/main" id="{13A0B333-2AB0-43B3-AAFF-45AF3EDCD914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0240F8AF-6950-4C3B-8D18-817519F17996}" type="datetime1">
              <a:t>8/7/2026</a:t>
            </a:fld>
            <a:endParaRPr dirty="0" lang="en-US"/>
          </a:p>
        </p:txBody>
      </p:sp>
      <p:sp>
        <p:nvSpPr>
          <p:cNvPr id="5" name="Footer Placeholder 4">
            <a:extLst>
              <a:ext uri="{EACE20D5-1021-4C4A-8F8A-9E235966BC50}">
                <a16:creationId xmlns:a16="http://schemas.microsoft.com/office/drawing/2010/main" id="{06CCD6BE-07D3-4545-8B1D-192B74AB5132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Slide Number Placeholder 5">
            <a:extLst>
              <a:ext uri="{40188512-84CC-4A1B-887C-9DB3D871AEA1}">
                <a16:creationId xmlns:a16="http://schemas.microsoft.com/office/drawing/2010/main" id="{32C4DC46-619C-4D3B-8268-7E40EE6DDA36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 lvl="0">
              <a:defRPr dirty="0" lang="en-US"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/>
            <a:fld id="{852ADF05-FD38-4E58-8C64-79AA4883AC5E}" type="slidenum"/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lvl="0" rtl="false">
        <a:lnSpc>
          <a:spcPct val="90000"/>
        </a:lnSpc>
        <a:spcBef>
          <a:spcPct val="0"/>
        </a:spcBef>
        <a:buNone/>
        <a:defRPr dirty="0" lang="en-US" sz="4400">
          <a:solidFill>
            <a:schemeClr val="tx1"/>
          </a:solidFill>
          <a:latin typeface="+mj-lt"/>
        </a:defRPr>
      </a:lvl1pPr>
    </p:titleStyle>
    <p:bodyStyle>
      <a:lvl1pPr algn="l" indent="-228600" lvl="0" marL="228600" rtl="false">
        <a:lnSpc>
          <a:spcPct val="90000"/>
        </a:lnSpc>
        <a:spcBef>
          <a:spcPts val="1000"/>
        </a:spcBef>
        <a:buChar char="•"/>
        <a:buFont typeface="Arial"/>
        <a:defRPr dirty="0" lang="en-US" sz="2800">
          <a:solidFill>
            <a:schemeClr val="tx1"/>
          </a:solidFill>
          <a:latin typeface="+mn-lt"/>
        </a:defRPr>
      </a:lvl1pPr>
      <a:lvl2pPr algn="l" indent="-228600" lvl="1" marL="685800" rtl="false">
        <a:lnSpc>
          <a:spcPct val="90000"/>
        </a:lnSpc>
        <a:spcBef>
          <a:spcPts val="500"/>
        </a:spcBef>
        <a:buChar char="•"/>
        <a:buFont typeface="Arial"/>
        <a:defRPr dirty="0" lang="en-US" sz="2400">
          <a:solidFill>
            <a:schemeClr val="tx1"/>
          </a:solidFill>
          <a:latin typeface="+mn-lt"/>
        </a:defRPr>
      </a:lvl2pPr>
      <a:lvl3pPr algn="l" indent="-228600" lvl="2" marL="1143000" rtl="false">
        <a:lnSpc>
          <a:spcPct val="90000"/>
        </a:lnSpc>
        <a:spcBef>
          <a:spcPts val="500"/>
        </a:spcBef>
        <a:buChar char="•"/>
        <a:buFont typeface="Arial"/>
        <a:defRPr dirty="0" lang="en-US" sz="2000">
          <a:solidFill>
            <a:schemeClr val="tx1"/>
          </a:solidFill>
          <a:latin typeface="+mn-lt"/>
        </a:defRPr>
      </a:lvl3pPr>
      <a:lvl4pPr algn="l" indent="-228600" lvl="3" marL="1600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4pPr>
      <a:lvl5pPr algn="l" indent="-228600" lvl="4" marL="20574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5pPr>
      <a:lvl6pPr algn="l" indent="-228600" lvl="5" marL="25146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6pPr>
      <a:lvl7pPr algn="l" indent="-228600" lvl="6" marL="29718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7pPr>
      <a:lvl8pPr algn="l" indent="-228600" lvl="7" marL="34290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8pPr>
      <a:lvl9pPr algn="l" indent="-228600" lvl="8" marL="3886200" rtl="false">
        <a:lnSpc>
          <a:spcPct val="90000"/>
        </a:lnSpc>
        <a:spcBef>
          <a:spcPts val="500"/>
        </a:spcBef>
        <a:buChar char="•"/>
        <a:buFont typeface="Arial"/>
        <a:defRPr dirty="0" lang="en-US" sz="1800">
          <a:solidFill>
            <a:schemeClr val="tx1"/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9F59BF2D-17B0-4694-AE57-BC0EAE212C88}">
                <a16:creationId xmlns:a16="http://schemas.microsoft.com/office/drawing/2010/main" id="{13CD7B5F-AF9B-42C6-ABEC-A4302F07CD8C}"/>
              </a:ext>
            </a:extLst>
          </p:cNvPr>
          <p:cNvSpPr txBox="1"/>
          <p:nvPr/>
        </p:nvSpPr>
        <p:spPr>
          <a:xfrm rot="0">
            <a:off x="853757" y="-18609"/>
            <a:ext cx="10484485" cy="5835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ctr"/>
            <a:r>
              <a:rPr b="1" dirty="0" lang="vi-VN" sz="3200">
                <a:solidFill>
                  <a:srgbClr val="ff0000"/>
                </a:solidFill>
                <a:latin typeface="Times New Roman"/>
              </a:rPr>
              <a:t>CHƯƠNG TRÌNH DỰ ÁN THÁNG </a:t>
            </a:r>
            <a:r>
              <a:rPr b="1" dirty="0" lang="en-US" sz="3200">
                <a:solidFill>
                  <a:srgbClr val="ff0000"/>
                </a:solidFill>
                <a:latin typeface="Times New Roman"/>
              </a:rPr>
              <a:t>6.2026</a:t>
            </a:r>
            <a:r>
              <a:rPr b="1" dirty="0" lang="vi-VN" sz="3200">
                <a:solidFill>
                  <a:srgbClr val="ff0000"/>
                </a:solidFill>
                <a:latin typeface="Times New Roman"/>
              </a:rPr>
              <a:t> - HÀ NỘI</a:t>
            </a:r>
            <a:r>
              <a:rPr dirty="0" lang="vi-VN">
                <a:latin typeface="Times New Roman"/>
              </a:rPr>
              <a:t> </a:t>
            </a:r>
            <a:endParaRPr dirty="0" lang="vi-VN">
              <a:latin typeface="Times New Roman"/>
            </a:endParaRPr>
          </a:p>
        </p:txBody>
      </p:sp>
      <p:grpSp>
        <p:nvGrpSpPr>
          <p:cNvPr id="3" name="Group 5">
            <a:extLst>
              <a:ext uri="{3A1CAC63-DEB3-4E8D-92B2-3070F33014A4}">
                <a16:creationId xmlns:a16="http://schemas.microsoft.com/office/drawing/2010/main" id="{D51FF8D4-F1C4-4B3F-B4B9-E5B2320CD98D}"/>
              </a:ext>
            </a:extLst>
          </p:cNvPr>
          <p:cNvGrpSpPr/>
          <p:nvPr/>
        </p:nvGrpSpPr>
        <p:grpSpPr>
          <a:xfrm rot="0">
            <a:off x="981851" y="3763439"/>
            <a:ext cx="9950935" cy="1068200"/>
            <a:chOff x="982538" y="2924920"/>
            <a:chExt cx="9950935" cy="1068200"/>
          </a:xfrm>
        </p:grpSpPr>
        <p:sp>
          <p:nvSpPr>
            <p:cNvPr id="4" name="Rectangle 6">
              <a:extLst>
                <a:ext uri="{040B4EAD-480E-40D3-9349-97411D9278A0}">
                  <a16:creationId xmlns:a16="http://schemas.microsoft.com/office/drawing/2010/main" id="{F179ECE3-ECDB-4F67-9B72-4A3C9CF41153}"/>
                </a:ext>
              </a:extLst>
            </p:cNvPr>
            <p:cNvSpPr/>
            <p:nvPr/>
          </p:nvSpPr>
          <p:spPr>
            <a:xfrm rot="0">
              <a:off x="983225" y="3238930"/>
              <a:ext cx="9950247" cy="754190"/>
            </a:xfrm>
            <a:prstGeom prst="rect">
              <a:avLst/>
            </a:prstGeom>
            <a:effectLst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Tổng doanh thu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CK + Combo liều/DS/ngày &gt;= 2M</a:t>
              </a:r>
              <a:br>
                <a:rPr b="1" dirty="0" lang="en-US" sz="1500">
                  <a:solidFill>
                    <a:srgbClr val="ff0000"/>
                  </a:solidFill>
                  <a:latin typeface="Times New Roman"/>
                </a:rPr>
              </a:br>
              <a:r>
                <a:rPr dirty="0" lang="en-US" sz="1500">
                  <a:solidFill>
                    <a:schemeClr val="tx1"/>
                  </a:solidFill>
                  <a:latin typeface="Times New Roman"/>
                </a:rPr>
                <a:t>Thưởng khuyến khích dược sĩ </a:t>
              </a:r>
              <a:r>
                <a:rPr b="1" dirty="0" lang="en-US" sz="1500">
                  <a:solidFill>
                    <a:srgbClr val="ff0000"/>
                  </a:solidFill>
                  <a:latin typeface="Times New Roman"/>
                </a:rPr>
                <a:t>500K</a:t>
              </a:r>
              <a:endParaRPr b="1" dirty="0" lang="en-US" sz="1500">
                <a:solidFill>
                  <a:srgbClr val="ff0000"/>
                </a:solidFill>
                <a:latin typeface="Times New Roman"/>
              </a:endParaRPr>
            </a:p>
          </p:txBody>
        </p:sp>
        <p:sp>
          <p:nvSpPr>
            <p:cNvPr id="5" name="Rectangle 10">
              <a:extLst>
                <a:ext uri="{F14D306B-4FA9-49CD-9F1B-CFF8B8128B6A}">
                  <a16:creationId xmlns:a16="http://schemas.microsoft.com/office/drawing/2010/main" id="{57CC5CEF-5563-4B9A-B125-0EDAE2D82EDE}"/>
                </a:ext>
              </a:extLst>
            </p:cNvPr>
            <p:cNvSpPr/>
            <p:nvPr/>
          </p:nvSpPr>
          <p:spPr>
            <a:xfrm rot="0">
              <a:off x="982538" y="2924920"/>
              <a:ext cx="4717671" cy="36933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anchor="ctr" rtlCol="0"/>
            <a:lstStyle/>
            <a:p>
              <a:pPr/>
              <a:r>
                <a:rPr b="1" dirty="0" lang="en-US" sz="1600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Thưởng khuyến khích các dược sĩ không đạt dự án</a:t>
              </a:r>
              <a:endParaRPr b="1" dirty="0" lang="en-US" sz="1600">
                <a:solidFill>
                  <a:schemeClr val="accent2">
                    <a:lumMod val="75000"/>
                  </a:schemeClr>
                </a:solidFill>
                <a:latin typeface="Times New Roman"/>
              </a:endParaRPr>
            </a:p>
          </p:txBody>
        </p:sp>
      </p:grpSp>
      <p:sp>
        <p:nvSpPr>
          <p:cNvPr id="6" name="Rectangle 14">
            <a:extLst>
              <a:ext uri="{04445DB4-1A56-4768-B127-8A71338718DA}">
                <a16:creationId xmlns:a16="http://schemas.microsoft.com/office/drawing/2010/main" id="{2683BFBD-80E1-43FA-9E15-C010F434A490}"/>
              </a:ext>
            </a:extLst>
          </p:cNvPr>
          <p:cNvSpPr/>
          <p:nvPr/>
        </p:nvSpPr>
        <p:spPr>
          <a:xfrm rot="0">
            <a:off x="982538" y="5737234"/>
            <a:ext cx="9950935" cy="754744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=&gt; Thưởng dự án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0.8</a:t>
            </a:r>
          </a:p>
          <a:p>
            <a:pPr/>
            <a:r>
              <a:rPr dirty="0" lang="en-US" sz="1500">
                <a:latin typeface="Times New Roman"/>
              </a:rPr>
              <a:t>DS đạt </a:t>
            </a:r>
            <a:r>
              <a:rPr b="1" dirty="0" lang="en-US" sz="1500">
                <a:latin typeface="Times New Roman"/>
              </a:rPr>
              <a:t>KPI &lt; 60% </a:t>
            </a:r>
            <a:r>
              <a:rPr dirty="0" lang="en-US" sz="1500">
                <a:latin typeface="Times New Roman"/>
              </a:rPr>
              <a:t>đồng thời </a:t>
            </a:r>
            <a:r>
              <a:rPr b="1" dirty="0" lang="en-US" sz="1500">
                <a:latin typeface="Times New Roman"/>
              </a:rPr>
              <a:t>không đạt dự án </a:t>
            </a:r>
            <a:r>
              <a:rPr dirty="0" lang="en-US" sz="1500">
                <a:latin typeface="Times New Roman"/>
              </a:rPr>
              <a:t>=&gt; Thưởng hoa hồng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nhân hệ số 0.9</a:t>
            </a:r>
            <a:endParaRPr b="1" dirty="0" lang="en-US" sz="1500">
              <a:solidFill>
                <a:srgbClr val="ff0000"/>
              </a:solidFill>
              <a:latin typeface="Times New Roman"/>
            </a:endParaRPr>
          </a:p>
        </p:txBody>
      </p:sp>
      <p:grpSp>
        <p:nvGrpSpPr>
          <p:cNvPr id="7" name="Group 12">
            <a:extLst>
              <a:ext uri="{EA9D5223-DF7D-410E-8E20-19909035BD0F}">
                <a16:creationId xmlns:a16="http://schemas.microsoft.com/office/drawing/2010/main" id="{8A99C049-6715-44FD-BC7F-B11DF7026869}"/>
              </a:ext>
            </a:extLst>
          </p:cNvPr>
          <p:cNvGrpSpPr/>
          <p:nvPr/>
        </p:nvGrpSpPr>
        <p:grpSpPr>
          <a:xfrm rot="0">
            <a:off x="667064" y="893359"/>
            <a:ext cx="10581880" cy="1770430"/>
            <a:chOff x="785256" y="835119"/>
            <a:chExt cx="10581880" cy="1770430"/>
          </a:xfrm>
        </p:grpSpPr>
        <p:sp>
          <p:nvSpPr>
            <p:cNvPr id="8" name="Rectangle 1">
              <a:extLst>
                <a:ext uri="{DA9385DC-70E7-402C-8DEF-94A6EF52DA6B}">
                  <a16:creationId xmlns:a16="http://schemas.microsoft.com/office/drawing/2010/main" id="{BB855900-F3C9-4C1F-96C8-1478671EFDAB}"/>
                </a:ext>
              </a:extLst>
            </p:cNvPr>
            <p:cNvSpPr/>
            <p:nvPr/>
          </p:nvSpPr>
          <p:spPr>
            <a:xfrm rot="0">
              <a:off x="904568" y="855406"/>
              <a:ext cx="2418735" cy="10323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0">
              <a:srgbClr val="000000"/>
            </a:lnRef>
            <a:fillRef idx="0">
              <a:srgbClr val="000000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2M2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300K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9" name="Rectangle 2">
              <a:extLst>
                <a:ext uri="{03A851C6-3443-4D6A-96C9-6B6D41D5624C}">
                  <a16:creationId xmlns:a16="http://schemas.microsoft.com/office/drawing/2010/main" id="{F0185EAB-EE61-4494-AF33-9E0E398BFBBF}"/>
                </a:ext>
              </a:extLst>
            </p:cNvPr>
            <p:cNvSpPr/>
            <p:nvPr/>
          </p:nvSpPr>
          <p:spPr>
            <a:xfrm rot="0">
              <a:off x="3205317" y="855405"/>
              <a:ext cx="2551469" cy="1107652"/>
            </a:xfrm>
            <a:prstGeom prst="rect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2M6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400K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10" name="Rectangle 7">
              <a:extLst>
                <a:ext uri="{92197201-157B-4610-A70D-2E77FA4A7FAF}">
                  <a16:creationId xmlns:a16="http://schemas.microsoft.com/office/drawing/2010/main" id="{BB66BC87-887F-491B-A6C5-594C65969680}"/>
                </a:ext>
              </a:extLst>
            </p:cNvPr>
            <p:cNvSpPr/>
            <p:nvPr/>
          </p:nvSpPr>
          <p:spPr>
            <a:xfrm rot="0">
              <a:off x="5624052" y="835119"/>
              <a:ext cx="2551468" cy="1307691"/>
            </a:xfrm>
            <a:prstGeom prst="rect">
              <a:avLst/>
            </a:prstGeom>
            <a:effectLst/>
          </p:spPr>
          <p:style>
            <a:lnRef idx="3">
              <a:schemeClr val="lt1"/>
            </a:lnRef>
            <a:fillRef idx="1">
              <a:schemeClr val="accent6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 sz="1600">
                  <a:latin typeface="Times New Roman"/>
                </a:rPr>
                <a:t>CK &gt;= 3M</a:t>
              </a:r>
            </a:p>
            <a:p>
              <a:pPr algn="ctr"/>
              <a:r>
                <a:rPr b="1" dirty="0" lang="en-US" sz="1600">
                  <a:latin typeface="Times New Roman"/>
                </a:rPr>
                <a:t>Combo liều &gt;= 500K</a:t>
              </a:r>
              <a:endParaRPr b="1" dirty="0" lang="en-US" sz="1600">
                <a:latin typeface="Times New Roman"/>
              </a:endParaRPr>
            </a:p>
          </p:txBody>
        </p:sp>
        <p:sp>
          <p:nvSpPr>
            <p:cNvPr id="11" name="TextBox 9">
              <a:extLst>
                <a:ext uri="{8BA3AC2C-0C32-4812-A380-A3FE2D2D47F0}">
                  <a16:creationId xmlns:a16="http://schemas.microsoft.com/office/drawing/2010/main" id="{3A86101D-64F1-4EC0-9432-8733DFF35534}"/>
                </a:ext>
              </a:extLst>
            </p:cNvPr>
            <p:cNvSpPr txBox="1"/>
            <p:nvPr/>
          </p:nvSpPr>
          <p:spPr>
            <a:xfrm rot="0">
              <a:off x="785256" y="1908081"/>
              <a:ext cx="2418735" cy="383458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Thưởng 1</a:t>
              </a:r>
              <a:r>
                <a:rPr b="1" dirty="0" lang="en-US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.2</a:t>
              </a:r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4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4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2" name="TextBox 11">
              <a:extLst>
                <a:ext uri="{54A164EE-B487-4225-BD2A-9D61217BF090}">
                  <a16:creationId xmlns:a16="http://schemas.microsoft.com/office/drawing/2010/main" id="{48D60424-E8B4-45C4-B90E-BD4CB2EB9FF5}"/>
                </a:ext>
              </a:extLst>
            </p:cNvPr>
            <p:cNvSpPr txBox="1"/>
            <p:nvPr/>
          </p:nvSpPr>
          <p:spPr>
            <a:xfrm rot="0">
              <a:off x="8511667" y="2205439"/>
              <a:ext cx="2389239" cy="400110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 sz="2000">
                  <a:solidFill>
                    <a:schemeClr val="accent5">
                      <a:lumMod val="75000"/>
                    </a:schemeClr>
                  </a:solidFill>
                  <a:latin typeface="Times New Roman"/>
                </a:rPr>
                <a:t>Thưởng 4 triệu</a:t>
              </a:r>
              <a:endParaRPr b="1" dirty="0" lang="vi-VN" sz="2000">
                <a:solidFill>
                  <a:schemeClr val="accent5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3" name="TextBox 13">
              <a:extLst>
                <a:ext uri="{B5445D6E-7A23-449F-81CB-CAF9E5366709}">
                  <a16:creationId xmlns:a16="http://schemas.microsoft.com/office/drawing/2010/main" id="{94BD9B31-4B4C-418C-8238-56F2935A4F82}"/>
                </a:ext>
              </a:extLst>
            </p:cNvPr>
            <p:cNvSpPr txBox="1"/>
            <p:nvPr/>
          </p:nvSpPr>
          <p:spPr>
            <a:xfrm rot="0">
              <a:off x="5729102" y="2132890"/>
              <a:ext cx="2153265" cy="369332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Thưởng 2.</a:t>
              </a:r>
              <a:r>
                <a:rPr b="1" dirty="0" lang="en-US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8</a:t>
              </a:r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6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6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4" name="TextBox 15">
              <a:extLst>
                <a:ext uri="{8BC2549D-2B95-4D21-AF48-9304D7A0CB76}">
                  <a16:creationId xmlns:a16="http://schemas.microsoft.com/office/drawing/2010/main" id="{FD2EBC4E-DCE4-452D-8C78-8ACB9334C441}"/>
                </a:ext>
              </a:extLst>
            </p:cNvPr>
            <p:cNvSpPr txBox="1"/>
            <p:nvPr/>
          </p:nvSpPr>
          <p:spPr>
            <a:xfrm rot="0">
              <a:off x="3228830" y="1980982"/>
              <a:ext cx="2418735" cy="369332"/>
            </a:xfrm>
            <a:prstGeom prst="rect">
              <a:avLst/>
            </a:prstGeom>
            <a:noFill/>
          </p:spPr>
          <p:txBody>
            <a:bodyPr rtlCol="0" wrap="square">
              <a:spAutoFit/>
            </a:bodyPr>
            <a:lstStyle/>
            <a:p>
              <a:pPr algn="ctr"/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Thưởng </a:t>
              </a:r>
              <a:r>
                <a:rPr b="1" dirty="0" lang="en-US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2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.</a:t>
              </a:r>
              <a:r>
                <a:rPr b="1" dirty="0" lang="en-US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0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 </a:t>
              </a:r>
              <a:r>
                <a:rPr b="1" dirty="0" lang="vi-VN">
                  <a:solidFill>
                    <a:schemeClr val="accent2">
                      <a:lumMod val="75000"/>
                    </a:schemeClr>
                  </a:solidFill>
                  <a:latin typeface="Times New Roman"/>
                </a:rPr>
                <a:t>triệu</a:t>
              </a:r>
              <a:endParaRPr b="1" dirty="0" lang="vi-VN">
                <a:solidFill>
                  <a:schemeClr val="accent2">
                    <a:lumMod val="75000"/>
                  </a:schemeClr>
                </a:solidFill>
                <a:latin typeface="Times New Roman"/>
              </a:endParaRPr>
            </a:p>
          </p:txBody>
        </p:sp>
        <p:sp>
          <p:nvSpPr>
            <p:cNvPr id="15" name="Rectangle 4">
              <a:extLst>
                <a:ext uri="{0ECDDABD-7070-45C3-9B27-8E861B3A4B5D}">
                  <a16:creationId xmlns:a16="http://schemas.microsoft.com/office/drawing/2010/main" id="{19BA76FC-0C3A-4BB6-BC6D-F8F0078FCB45}"/>
                </a:ext>
              </a:extLst>
            </p:cNvPr>
            <p:cNvSpPr/>
            <p:nvPr/>
          </p:nvSpPr>
          <p:spPr>
            <a:xfrm rot="0">
              <a:off x="8045440" y="835202"/>
              <a:ext cx="3321695" cy="1418304"/>
            </a:xfrm>
            <a:prstGeom prst="rect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1">
              <a:schemeClr val="accent5"/>
            </a:lnRef>
            <a:fillRef idx="3">
              <a:schemeClr val="accent5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/>
            <a:lstStyle/>
            <a:p>
              <a:pPr algn="ctr"/>
              <a:r>
                <a:rPr b="1" dirty="0" lang="en-US">
                  <a:latin typeface="Times New Roman"/>
                </a:rPr>
                <a:t>CK &gt;= 3M4</a:t>
              </a:r>
            </a:p>
            <a:p>
              <a:pPr algn="ctr"/>
              <a:r>
                <a:rPr b="1" dirty="0" lang="en-US">
                  <a:latin typeface="Times New Roman"/>
                </a:rPr>
                <a:t>Combo liều &gt;= 600K</a:t>
              </a:r>
              <a:endParaRPr b="1" dirty="0" lang="en-US">
                <a:latin typeface="Times New Roman"/>
              </a:endParaRPr>
            </a:p>
          </p:txBody>
        </p:sp>
      </p:grpSp>
      <p:sp>
        <p:nvSpPr>
          <p:cNvPr id="16" name="Rectangle 16">
            <a:extLst>
              <a:ext uri="{70F714B3-623B-4AEA-9BE0-BBCAC4C5899F}">
                <a16:creationId xmlns:a16="http://schemas.microsoft.com/office/drawing/2010/main" id="{1089AC29-CB38-4A13-B4B6-77B42BC64F10}"/>
              </a:ext>
            </a:extLst>
          </p:cNvPr>
          <p:cNvSpPr/>
          <p:nvPr/>
        </p:nvSpPr>
        <p:spPr>
          <a:xfrm rot="0">
            <a:off x="982538" y="5003445"/>
            <a:ext cx="9950247" cy="509666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dirty="0" lang="en-US" sz="1500">
                <a:solidFill>
                  <a:schemeClr val="tx1"/>
                </a:solidFill>
                <a:latin typeface="Times New Roman"/>
              </a:rPr>
              <a:t>DS xuất sắc nhất dự án Quý 2.2026 (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Tổng doanh thu </a:t>
            </a:r>
            <a:r>
              <a:rPr b="1" dirty="0" lang="vi-VN" sz="1500">
                <a:solidFill>
                  <a:srgbClr val="ff0000"/>
                </a:solidFill>
                <a:latin typeface="Times New Roman"/>
              </a:rPr>
              <a:t>CK và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Combo liều</a:t>
            </a:r>
            <a:r>
              <a:rPr b="1" dirty="0" lang="vi-VN" sz="1500">
                <a:solidFill>
                  <a:srgbClr val="ff0000"/>
                </a:solidFill>
                <a:latin typeface="Times New Roman"/>
              </a:rPr>
              <a:t> cao nhất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 quý</a:t>
            </a:r>
            <a:r>
              <a:rPr dirty="0" lang="vi-VN" sz="1500">
                <a:solidFill>
                  <a:schemeClr val="tx1"/>
                </a:solidFill>
                <a:latin typeface="Times New Roman"/>
              </a:rPr>
              <a:t>)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=&gt;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thưởng 1M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vào cuối quý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  <p:sp>
        <p:nvSpPr>
          <p:cNvPr id="17" name="Rectangle 8">
            <a:extLst>
              <a:ext uri="{5B3E9129-09B4-47D3-84AE-8AFF8763E654}">
                <a16:creationId xmlns:a16="http://schemas.microsoft.com/office/drawing/2010/main" id="{B5079DD7-6685-48FE-93B3-512B08B0614A}"/>
              </a:ext>
            </a:extLst>
          </p:cNvPr>
          <p:cNvSpPr/>
          <p:nvPr/>
        </p:nvSpPr>
        <p:spPr>
          <a:xfrm rot="0">
            <a:off x="982538" y="2977799"/>
            <a:ext cx="9950247" cy="669749"/>
          </a:xfrm>
          <a:prstGeom prst="rect">
            <a:avLst/>
          </a:prstGeom>
          <a:ln w="19050">
            <a:solidFill>
              <a:srgbClr val="ff0000"/>
            </a:solidFill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 rtlCol="0"/>
          <a:lstStyle/>
          <a:p>
            <a:pPr/>
            <a:r>
              <a:rPr b="1" dirty="0" lang="en-US" sz="1500">
                <a:solidFill>
                  <a:schemeClr val="tx1"/>
                </a:solidFill>
                <a:latin typeface="Times New Roman"/>
              </a:rPr>
              <a:t>Lưu ý: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Nhóm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CK,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bao gồm doanh thu nhóm mã hàng </a:t>
            </a:r>
            <a:r>
              <a:rPr b="1" dirty="0" lang="en-US" sz="1500">
                <a:solidFill>
                  <a:srgbClr val="ff0000"/>
                </a:solidFill>
                <a:latin typeface="Times New Roman"/>
              </a:rPr>
              <a:t>Chiết khấu, Combo liều </a:t>
            </a:r>
            <a:r>
              <a:rPr dirty="0" lang="en-US" sz="1500">
                <a:solidFill>
                  <a:schemeClr val="tx1"/>
                </a:solidFill>
                <a:latin typeface="Times New Roman"/>
              </a:rPr>
              <a:t>(không ghi nhận doanh thu các mã LL)</a:t>
            </a:r>
            <a:endParaRPr dirty="0" lang="en-US" sz="1500">
              <a:solidFill>
                <a:schemeClr val="tx1"/>
              </a:solidFill>
              <a:latin typeface="Times New Roman"/>
            </a:endParaRPr>
          </a:p>
        </p:txBody>
      </p:sp>
    </p:spTree>
    <p:extLst>
      <p:ext uri="{30DC1760-F4F0-457C-97DB-EAD9F4F45618}">
        <p14:creationId xmlns:p14="http://schemas.microsoft.com/office/powerpoint/2010/main" val="1786171456941"/>
      </p:ext>
    </p:extLst>
  </p:cSld>
  <p:clrMapOvr>
    <a:masterClrMapping/>
  </p:clrMapOvr>
</p:sld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cap="flat" w="12700">
          <a:solidFill>
            <a:schemeClr val="phClr"/>
          </a:solidFill>
          <a:prstDash val="solid"/>
          <a:miter lim="800000"/>
        </a:ln>
        <a:ln cap="flat" w="19050">
          <a:solidFill>
            <a:schemeClr val="phClr"/>
          </a:solidFill>
          <a:prstDash val="solid"/>
          <a:miter lim="800000"/>
        </a:ln>
        <a:ln cap="flat" w="25400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 anchor="ctr" rtlCol="0"/>
      <a:lstStyle>
        <a:lvl1pPr algn="ctr" lvl="0"/>
      </a:lstStyle>
      <a:style>
        <a:lnRef idx="2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2026-06-03T02:39:40Z</dcterms:created>
  <dcterms:modified xsi:type="dcterms:W3CDTF">2026-07-08T03:45:11Z</dcterms:modified>
</cp:coreProperties>
</file>