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notesSlides/notesSlide1.xml" Type="http://schemas.openxmlformats.org/officeDocument/2006/relationships/notesSlide"/><Relationship Id="rId7" Target="tableStyles.xml" Type="http://schemas.openxmlformats.org/officeDocument/2006/relationships/tableStyles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6D73092-2123-4E48-B311-3F8D5BC044A9}">
                <a16:creationId xmlns:a16="http://schemas.microsoft.com/office/drawing/2010/main" id="{06A49FCC-FAEB-4790-AAFC-EEB2DAC71B3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84D5685F-6A65-4345-AEBC-802EA3467483}">
                <a16:creationId xmlns:a16="http://schemas.microsoft.com/office/drawing/2010/main" id="{C6BDCD04-4842-49C2-8E0B-0BBF1021F91E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2ADA4C7F-324B-4BE5-8AEC-14315D10D375}">
                <a16:creationId xmlns:a16="http://schemas.microsoft.com/office/drawing/2010/main" id="{BBBAC529-0544-48CC-8A0A-6BAC868BD98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AB1B5C9-966C-4BCB-BA02-162C9A337313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C204EFEC-E4DE-40DF-93C6-1F11897C1C80}">
                <a16:creationId xmlns:a16="http://schemas.microsoft.com/office/drawing/2010/main" id="{CF517EB3-6AFF-42F1-9053-2ADB5106562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11F1016C-BB00-4004-A8BE-F02F10CB2076}">
                <a16:creationId xmlns:a16="http://schemas.microsoft.com/office/drawing/2010/main" id="{2F593B78-0966-444E-A291-1E886EBB322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FC4C0A61-A6C1-4736-8361-C81487F2B92D}" type="slidenum"/>
            <a:endParaRPr dirty="0" lang="en-US"/>
          </a:p>
        </p:txBody>
      </p:sp>
    </p:spTree>
    <p:extLst>
      <p:ext uri="{87F3FF6A-F34B-4CCB-ABF5-80C9707491B3}">
        <p14:creationId xmlns:p14="http://schemas.microsoft.com/office/powerpoint/2010/main" val="178819025346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50A9B27-8423-40FD-ADCC-EE85E9E11695}">
                <a16:creationId xmlns:a16="http://schemas.microsoft.com/office/drawing/2010/main" id="{FC9EE305-2CC5-49A3-979C-680CCAEED32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E5815F40-3D8A-4002-91D9-20D84B5D87B2}">
                <a16:creationId xmlns:a16="http://schemas.microsoft.com/office/drawing/2010/main" id="{79C8E620-9BD3-4D1A-A2BD-41AEA08CF67C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836E546D-B3F9-49D4-82E2-ECEEF3B7AA9B}">
                <a16:creationId xmlns:a16="http://schemas.microsoft.com/office/drawing/2010/main" id="{BD5D8225-AA80-4AFD-A72A-CEC7F968295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C6547A6-D1FC-46B0-A1E6-BEC44BA50270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FF921AEA-2405-480A-92A6-7C190D0AD6F5}">
                <a16:creationId xmlns:a16="http://schemas.microsoft.com/office/drawing/2010/main" id="{EE2AD58F-25AD-4EF5-BCF6-9BAAC6362E4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6EB2F5DD-DCDB-4628-BA66-8C695F857FE2}">
                <a16:creationId xmlns:a16="http://schemas.microsoft.com/office/drawing/2010/main" id="{C38666A7-6B11-42EA-B7AB-5F35DCDD07A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5D89A9E-3355-44D4-8A34-2F23EE5AF373}" type="slidenum"/>
            <a:endParaRPr dirty="0" lang="en-US"/>
          </a:p>
        </p:txBody>
      </p:sp>
    </p:spTree>
    <p:extLst>
      <p:ext uri="{2D94629D-741C-4016-9B56-5BC5D5A0093D}">
        <p14:creationId xmlns:p14="http://schemas.microsoft.com/office/powerpoint/2010/main" val="1788190253462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211F558-C1D8-4061-A590-B71B1DD8F32E}">
                <a16:creationId xmlns:a16="http://schemas.microsoft.com/office/drawing/2010/main" id="{A665A3E4-FD0B-443F-8EAA-390475D21C9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BD5AFDF0-6BC0-43E8-BE0B-0D7963B1A81A}">
                <a16:creationId xmlns:a16="http://schemas.microsoft.com/office/drawing/2010/main" id="{DE4381EA-6B69-4038-AC41-DE36C3AFC8D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BD830DA6-A8CE-44A4-84F4-0C91B802BFA2}">
                <a16:creationId xmlns:a16="http://schemas.microsoft.com/office/drawing/2010/main" id="{3C3A7CC8-2A80-4E04-B793-8B6213E5F94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5F185F2-AD69-46C6-9937-78E5759B79AB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1D87E059-2556-4C47-A32B-BBDE279D27EC}">
                <a16:creationId xmlns:a16="http://schemas.microsoft.com/office/drawing/2010/main" id="{4EC95B22-B890-45B1-9BE5-C11E6F96B36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B27EFD57-7CE8-4805-A2CC-FCD99ACFCB90}">
                <a16:creationId xmlns:a16="http://schemas.microsoft.com/office/drawing/2010/main" id="{DBE484FF-0F58-4268-A019-20428624741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5CC95D5-0D03-4AFA-944B-18ED98ACF0C3}" type="slidenum"/>
            <a:endParaRPr dirty="0" lang="en-US"/>
          </a:p>
        </p:txBody>
      </p:sp>
    </p:spTree>
    <p:extLst>
      <p:ext uri="{EC9316DD-88AE-4618-839E-9A332B182D51}">
        <p14:creationId xmlns:p14="http://schemas.microsoft.com/office/powerpoint/2010/main" val="1788190253463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E64D4D3-63BE-4FAF-9661-019AE3E1A433}">
                <a16:creationId xmlns:a16="http://schemas.microsoft.com/office/drawing/2010/main" id="{7DB237FB-33B2-49C1-A1FD-413198EFC54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C612522-5776-4B00-A1A1-C045A33B360C}">
                <a16:creationId xmlns:a16="http://schemas.microsoft.com/office/drawing/2010/main" id="{3908824D-1B51-4EDF-8E97-DBE6978EDC62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36C37EF0-C6B2-4538-8883-25ED9031EB5D}">
                <a16:creationId xmlns:a16="http://schemas.microsoft.com/office/drawing/2010/main" id="{9DAC5D0D-F4F2-4515-B528-36FD9C46D7C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197BA583-FEBA-4C85-8E31-7B4A83BC0D31}">
                <a16:creationId xmlns:a16="http://schemas.microsoft.com/office/drawing/2010/main" id="{63B81AEF-203D-4ED1-A972-F3EC4D11CC3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2F15503-F4C8-47D9-B082-F956ECA960C8}" type="datetime1">
              <a:t>8/31/2026</a:t>
            </a:fld>
            <a:endParaRPr dirty="0" lang="en-US"/>
          </a:p>
        </p:txBody>
      </p:sp>
      <p:sp>
        <p:nvSpPr>
          <p:cNvPr id="6" name="Footer Placeholder 5">
            <a:extLst>
              <a:ext uri="{676721E5-72FC-4B89-9D34-FBA485BE6C74}">
                <a16:creationId xmlns:a16="http://schemas.microsoft.com/office/drawing/2010/main" id="{A92DB140-EC59-4C1F-AE40-739A158996B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5E73A846-C144-482D-9213-A85A54C6D406}">
                <a16:creationId xmlns:a16="http://schemas.microsoft.com/office/drawing/2010/main" id="{69FDF975-7F4C-43CC-BDFF-C8140152E57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223C2E5-6680-469A-830D-11A4EDE81EF1}" type="slidenum"/>
            <a:endParaRPr dirty="0" lang="en-US"/>
          </a:p>
        </p:txBody>
      </p:sp>
    </p:spTree>
    <p:extLst>
      <p:ext uri="{E324138A-1D08-401C-83E0-219947C0395E}">
        <p14:creationId xmlns:p14="http://schemas.microsoft.com/office/powerpoint/2010/main" val="1788190253463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1CF56E3-9633-4CA0-BE68-35590FFA8FDF}">
                <a16:creationId xmlns:a16="http://schemas.microsoft.com/office/drawing/2010/main" id="{F7149C6E-B2E9-488B-9D76-2A909464CBF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1FBDFC47-18ED-4ADC-A219-95A84FE048EB}">
                <a16:creationId xmlns:a16="http://schemas.microsoft.com/office/drawing/2010/main" id="{FC7B8804-4417-4845-8805-272765810A17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9A481F1A-9475-44DA-8BE9-20A69825ADFA}">
                <a16:creationId xmlns:a16="http://schemas.microsoft.com/office/drawing/2010/main" id="{9A81D5E9-47F2-461E-BEC7-72104B4FE071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D5BEA256-3122-476D-8037-0BF31D11FD11}">
                <a16:creationId xmlns:a16="http://schemas.microsoft.com/office/drawing/2010/main" id="{4743DC93-8037-4AE5-B894-C0E4AB6CD5D5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B030CFA2-7AAC-4CE7-A20D-F716EE03B249}">
                <a16:creationId xmlns:a16="http://schemas.microsoft.com/office/drawing/2010/main" id="{52ED6131-243B-4B7D-9E58-FAAB261AED7F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2B0914D8-5565-4FD2-B99D-1E560C2324C7}">
                <a16:creationId xmlns:a16="http://schemas.microsoft.com/office/drawing/2010/main" id="{3CDD89C5-ED3C-4735-9741-127B6DABDB6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51291E8-66CF-4236-8141-5EEF9AE00486}" type="datetime1">
              <a:t>8/31/2026</a:t>
            </a:fld>
            <a:endParaRPr dirty="0" lang="en-US"/>
          </a:p>
        </p:txBody>
      </p:sp>
      <p:sp>
        <p:nvSpPr>
          <p:cNvPr id="8" name="Footer Placeholder 7">
            <a:extLst>
              <a:ext uri="{49A3A43F-3452-4558-838A-743D2295DA72}">
                <a16:creationId xmlns:a16="http://schemas.microsoft.com/office/drawing/2010/main" id="{FD6852B8-8993-4EFD-B063-EDAECBA0D13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8528FC82-49AD-476D-89B7-58C6847B2BA2}">
                <a16:creationId xmlns:a16="http://schemas.microsoft.com/office/drawing/2010/main" id="{868B82A9-0153-4A63-8909-B1868610F53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3712D29-F033-4E62-83AC-233E2E31B78F}" type="slidenum"/>
            <a:endParaRPr dirty="0" lang="en-US"/>
          </a:p>
        </p:txBody>
      </p:sp>
    </p:spTree>
    <p:extLst>
      <p:ext uri="{90A5752F-6C2C-4C5E-9D4E-8985736DF25E}">
        <p14:creationId xmlns:p14="http://schemas.microsoft.com/office/powerpoint/2010/main" val="1788190253464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610C487-0EAD-4240-9B82-07F902C0E323}">
                <a16:creationId xmlns:a16="http://schemas.microsoft.com/office/drawing/2010/main" id="{0956CC9C-29C8-46B0-80B1-4AE0AC57FFC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2840C24E-7D99-45BF-B22B-24969C5E12CF}">
                <a16:creationId xmlns:a16="http://schemas.microsoft.com/office/drawing/2010/main" id="{8C25EB5E-8745-4D07-927A-04A225E9BEE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4DCFB0B3-AAC7-4567-9B25-F60BF70B630B}" type="datetime1">
              <a:t>8/31/2026</a:t>
            </a:fld>
            <a:endParaRPr dirty="0" lang="en-US"/>
          </a:p>
        </p:txBody>
      </p:sp>
      <p:sp>
        <p:nvSpPr>
          <p:cNvPr id="4" name="Footer Placeholder 3">
            <a:extLst>
              <a:ext uri="{A2C9CEA5-B5DD-47B7-A412-5380E94823B1}">
                <a16:creationId xmlns:a16="http://schemas.microsoft.com/office/drawing/2010/main" id="{3E2BE7E4-C7A3-4DBA-8098-6D0AF69B4C4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97BA5C2B-7F4A-4F6A-B625-EA58F1B9A758}">
                <a16:creationId xmlns:a16="http://schemas.microsoft.com/office/drawing/2010/main" id="{F746DD7A-3A69-49C3-822A-2356CCD90B3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FA7B145-FACF-41E0-A8E7-DD5677030BBC}" type="slidenum"/>
            <a:endParaRPr dirty="0" lang="en-US"/>
          </a:p>
        </p:txBody>
      </p:sp>
    </p:spTree>
    <p:extLst>
      <p:ext uri="{2D35BCF4-ED2F-47B1-AB48-0094C1B33B48}">
        <p14:creationId xmlns:p14="http://schemas.microsoft.com/office/powerpoint/2010/main" val="1788190253464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090ABF7E-3A2A-4B6C-9B4A-1783A7C84388}">
                <a16:creationId xmlns:a16="http://schemas.microsoft.com/office/drawing/2010/main" id="{73533840-3D3C-4CD0-B51D-4C6D8AFF350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1C9388D-9F7E-4E53-90D6-2FD39A3C2654}" type="datetime1">
              <a:t>8/31/2026</a:t>
            </a:fld>
            <a:endParaRPr dirty="0" lang="en-US"/>
          </a:p>
        </p:txBody>
      </p:sp>
      <p:sp>
        <p:nvSpPr>
          <p:cNvPr id="3" name="Footer Placeholder 2">
            <a:extLst>
              <a:ext uri="{38C1FC0D-7810-4E70-863A-23575C236009}">
                <a16:creationId xmlns:a16="http://schemas.microsoft.com/office/drawing/2010/main" id="{FB19626D-F0C8-4BCC-9B04-A087F1B8CA9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E52359E7-0D10-4311-B713-349AFAC39BD5}">
                <a16:creationId xmlns:a16="http://schemas.microsoft.com/office/drawing/2010/main" id="{3A85E31F-CD35-475F-B2A0-FBA08DC46F2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096F584-6100-470E-9BBE-F466129681BD}" type="slidenum"/>
            <a:endParaRPr dirty="0" lang="en-US"/>
          </a:p>
        </p:txBody>
      </p:sp>
    </p:spTree>
    <p:extLst>
      <p:ext uri="{739B0CBC-1173-49CA-9697-033659382B45}">
        <p14:creationId xmlns:p14="http://schemas.microsoft.com/office/powerpoint/2010/main" val="178819025346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9916DEF-C3F2-45CC-8295-6BEC664B43C8}">
                <a16:creationId xmlns:a16="http://schemas.microsoft.com/office/drawing/2010/main" id="{9AB51BCA-38DA-48D2-85F4-FA9DFF3ADF9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E764BAB-F62D-49F5-BD54-32F3A0859EC5}">
                <a16:creationId xmlns:a16="http://schemas.microsoft.com/office/drawing/2010/main" id="{0C686CF1-4362-47FE-A970-7182E28A7B5A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A7333CC4-23B1-4BC9-A6CB-EC6960BDB8CD}">
                <a16:creationId xmlns:a16="http://schemas.microsoft.com/office/drawing/2010/main" id="{B36F51EF-BFF0-486F-A0B0-6C2DAE7CE2CE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DF5AB216-631A-41D5-9A77-8BAAC63471FA}">
                <a16:creationId xmlns:a16="http://schemas.microsoft.com/office/drawing/2010/main" id="{161446FC-3040-43CE-813C-89DF987A01C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E71BE6B6-FAEC-4C32-A19B-0863E6B7C987}" type="datetime1">
              <a:t>8/31/2026</a:t>
            </a:fld>
            <a:endParaRPr dirty="0" lang="en-US"/>
          </a:p>
        </p:txBody>
      </p:sp>
      <p:sp>
        <p:nvSpPr>
          <p:cNvPr id="6" name="Footer Placeholder 5">
            <a:extLst>
              <a:ext uri="{0036EBDE-D70B-475C-90BD-A1398269168D}">
                <a16:creationId xmlns:a16="http://schemas.microsoft.com/office/drawing/2010/main" id="{7CFF28F9-D446-467E-BD70-D6AB07D9791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D204462F-F00B-4D65-93F2-461F107D5173}">
                <a16:creationId xmlns:a16="http://schemas.microsoft.com/office/drawing/2010/main" id="{13F4AB2E-CF82-4A56-811F-4F85562555A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FB9366B-DB0A-42B6-845F-F6C6BBE48BC4}" type="slidenum"/>
            <a:endParaRPr dirty="0" lang="en-US"/>
          </a:p>
        </p:txBody>
      </p:sp>
    </p:spTree>
    <p:extLst>
      <p:ext uri="{F7D79B51-A886-4EAC-B532-BFF282097CFE}">
        <p14:creationId xmlns:p14="http://schemas.microsoft.com/office/powerpoint/2010/main" val="178819025346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C6D5982-8F28-40B9-BBC1-154856C57458}">
                <a16:creationId xmlns:a16="http://schemas.microsoft.com/office/drawing/2010/main" id="{DB64F9EA-D4A8-4C64-AB12-F41CE2A26C8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EC4A5FA7-FDEA-4D51-8C61-DB238064EBFE}">
                <a16:creationId xmlns:a16="http://schemas.microsoft.com/office/drawing/2010/main" id="{A17F6AED-44D1-4FE1-9288-20386A33FA0A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58BCFC80-2495-4063-8BF1-4701B19D1B13}">
                <a16:creationId xmlns:a16="http://schemas.microsoft.com/office/drawing/2010/main" id="{2FB93E70-77A1-4593-956C-4C69D4133A18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2A76BA05-9633-459F-875D-733AD394F084}">
                <a16:creationId xmlns:a16="http://schemas.microsoft.com/office/drawing/2010/main" id="{5BAB5F50-3B63-4A7F-896D-2B35CBC6A09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E5975F7-3D09-4225-9855-A2A1A557A6A1}" type="datetime1">
              <a:t>8/31/2026</a:t>
            </a:fld>
            <a:endParaRPr dirty="0" lang="en-US"/>
          </a:p>
        </p:txBody>
      </p:sp>
      <p:sp>
        <p:nvSpPr>
          <p:cNvPr id="6" name="Footer Placeholder 5">
            <a:extLst>
              <a:ext uri="{25070DA8-D12E-4286-A931-B1AF4F9D3857}">
                <a16:creationId xmlns:a16="http://schemas.microsoft.com/office/drawing/2010/main" id="{8317A622-9C92-499D-AD26-BE5EECFCA3E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F312FC8F-44CA-4386-9524-FADCA400E195}">
                <a16:creationId xmlns:a16="http://schemas.microsoft.com/office/drawing/2010/main" id="{F13959C6-7C8A-459C-B19A-668A1775CE9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9F11948-9E28-41E2-9C22-93167B10BF4D}" type="slidenum"/>
            <a:endParaRPr dirty="0" lang="en-US"/>
          </a:p>
        </p:txBody>
      </p:sp>
    </p:spTree>
    <p:extLst>
      <p:ext uri="{2A0E270A-F24A-436A-B563-CD8055219140}">
        <p14:creationId xmlns:p14="http://schemas.microsoft.com/office/powerpoint/2010/main" val="178819025346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7C33A9D-6083-400F-8B2F-CBFF4C9FB178}">
                <a16:creationId xmlns:a16="http://schemas.microsoft.com/office/drawing/2010/main" id="{21AD5F05-97DC-4083-AAE5-5932F9805CA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DF9292E9-DF2D-4AB5-9A7C-935395599470}">
                <a16:creationId xmlns:a16="http://schemas.microsoft.com/office/drawing/2010/main" id="{8BE2752B-7C4E-4A3B-81CB-2854D0CDF597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B0971CB-3794-4553-9AB3-D84C89418D3E}">
                <a16:creationId xmlns:a16="http://schemas.microsoft.com/office/drawing/2010/main" id="{E7CEB0C2-4E99-4D20-9D00-86F934E6CD4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4FDF2B1-150D-4AC7-99D0-61C0D58D3D4C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C9C25E3C-83BB-4E3A-B648-DD7874A88BFB}">
                <a16:creationId xmlns:a16="http://schemas.microsoft.com/office/drawing/2010/main" id="{4C204734-0104-4344-9C3B-A19C2AC9E15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935EE9A-D78E-4231-B731-3F6692662416}">
                <a16:creationId xmlns:a16="http://schemas.microsoft.com/office/drawing/2010/main" id="{86CB1903-9A10-4548-8E46-073CBA1A29F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F24D5C89-035E-4035-8035-384F15016815}" type="slidenum"/>
            <a:endParaRPr dirty="0" lang="en-US"/>
          </a:p>
        </p:txBody>
      </p:sp>
    </p:spTree>
    <p:extLst>
      <p:ext uri="{B3B44101-C9B6-4236-A558-3A729D8B68D8}">
        <p14:creationId xmlns:p14="http://schemas.microsoft.com/office/powerpoint/2010/main" val="1788190253466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C17ECDFD-B8D2-477B-88C3-CE62073273DF}">
                <a16:creationId xmlns:a16="http://schemas.microsoft.com/office/drawing/2010/main" id="{283284EA-0ECA-488B-8F35-F97DFEAB7A5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2E7454CA-B16C-495A-B0DB-29492A44E936}">
                <a16:creationId xmlns:a16="http://schemas.microsoft.com/office/drawing/2010/main" id="{B5F4E180-B64A-4074-AE7E-54527EF599B7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CE59C503-F321-4A60-89EB-65D97C1F0DF9}">
                <a16:creationId xmlns:a16="http://schemas.microsoft.com/office/drawing/2010/main" id="{6F3A9601-9F54-4B62-B2F3-0C5762543FA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EBA8D45-979D-41EA-8E86-B2C012D3A560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5C061E15-5167-43AA-AD32-A657ECB3144E}">
                <a16:creationId xmlns:a16="http://schemas.microsoft.com/office/drawing/2010/main" id="{128EFE2E-FA75-4990-8560-D2EE5A9DE39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F9AE7F1C-D74F-486C-9364-01581D69E4EA}">
                <a16:creationId xmlns:a16="http://schemas.microsoft.com/office/drawing/2010/main" id="{53BE5686-B46B-47A9-BC97-AC86CAA87EE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E6D1876-CD31-4AB7-8893-D8E3C074FA1F}" type="slidenum"/>
            <a:endParaRPr dirty="0" lang="en-US"/>
          </a:p>
        </p:txBody>
      </p:sp>
    </p:spTree>
    <p:extLst>
      <p:ext uri="{730D0639-8FAE-415E-B4EB-A0162E32B64F}">
        <p14:creationId xmlns:p14="http://schemas.microsoft.com/office/powerpoint/2010/main" val="1788190253466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1CC393B4-B2F3-4C19-A18D-9F12D7ADFC8C}">
                <a16:creationId xmlns:a16="http://schemas.microsoft.com/office/drawing/2010/main" id="{C17FCB72-CF43-4EFB-BDE0-888D0887DE1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2C75459D-8EB8-4589-AC7D-8747B82393D5}">
                <a16:creationId xmlns:a16="http://schemas.microsoft.com/office/drawing/2010/main" id="{EA7D8108-0647-45FF-A93F-05FBCAB247C7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02A0F061-A22F-4A10-85D5-251148FB4720}">
                <a16:creationId xmlns:a16="http://schemas.microsoft.com/office/drawing/2010/main" id="{B3BF91C6-A694-4C8C-A918-B87EC24A5122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8020199F-16CB-4934-B178-1CDADE0BC6C7}" type="datetime1">
              <a:t>8/31/2026</a:t>
            </a:fld>
            <a:endParaRPr dirty="0" lang="en-US"/>
          </a:p>
        </p:txBody>
      </p:sp>
      <p:sp>
        <p:nvSpPr>
          <p:cNvPr id="5" name="Footer Placeholder 4">
            <a:extLst>
              <a:ext uri="{B8CF1A12-E9A4-4D48-A95F-3CCE09DE4D43}">
                <a16:creationId xmlns:a16="http://schemas.microsoft.com/office/drawing/2010/main" id="{462A9C32-D1BE-4DD9-86AC-2CD3E746B95F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39144DF-377B-4ED7-8E70-219EA55E8B14}">
                <a16:creationId xmlns:a16="http://schemas.microsoft.com/office/drawing/2010/main" id="{CE90CB50-1381-4CE5-8E3D-B34CE41F2F01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DAABBB24-9ADC-4345-B5A0-F31A0EAAD9DC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62071AF-8C27-4E14-B559-68D0F829AEC1}">
                <a16:creationId xmlns:a16="http://schemas.microsoft.com/office/drawing/2010/main" id="{3E4DF3C7-D144-4748-A19F-8F228AE81A62}"/>
              </a:ext>
            </a:extLst>
          </p:cNvPr>
          <p:cNvSpPr/>
          <p:nvPr/>
        </p:nvSpPr>
        <p:spPr>
          <a:xfrm rot="0">
            <a:off x="0" y="-108144"/>
            <a:ext cx="12192000" cy="4871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 sz="2500">
                <a:solidFill>
                  <a:srgbClr val="ff0000"/>
                </a:solidFill>
                <a:latin typeface="Times New Roman"/>
              </a:rPr>
              <a:t>Dự án tháng 08/2026 - </a:t>
            </a:r>
            <a:r>
              <a:rPr b="1" dirty="0" err="1" lang="en-US" sz="2500">
                <a:solidFill>
                  <a:srgbClr val="ff0000"/>
                </a:solidFill>
                <a:latin typeface="Times New Roman"/>
              </a:rPr>
              <a:t>HCM</a:t>
            </a:r>
            <a:endParaRPr b="1" dirty="0" err="1" lang="en-US" sz="2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3" name="Group 24">
            <a:extLst>
              <a:ext uri="{61A15999-96A9-4CE8-BED5-BD3CBF2BF700}">
                <a16:creationId xmlns:a16="http://schemas.microsoft.com/office/drawing/2010/main" id="{E86F5972-5095-479E-A417-9D746B2EFC5F}"/>
              </a:ext>
            </a:extLst>
          </p:cNvPr>
          <p:cNvGrpSpPr/>
          <p:nvPr/>
        </p:nvGrpSpPr>
        <p:grpSpPr>
          <a:xfrm rot="0">
            <a:off x="374750" y="3906901"/>
            <a:ext cx="10957810" cy="984180"/>
            <a:chOff x="374750" y="4762445"/>
            <a:chExt cx="10957810" cy="984180"/>
          </a:xfrm>
        </p:grpSpPr>
        <p:sp>
          <p:nvSpPr>
            <p:cNvPr id="4" name="Rectangle 12">
              <a:extLst>
                <a:ext uri="{80DF0973-3CAF-4940-AB6D-2014382A177E}">
                  <a16:creationId xmlns:a16="http://schemas.microsoft.com/office/drawing/2010/main" id="{6C10DD9F-1382-496A-85CD-70F68F9DB87E}"/>
                </a:ext>
              </a:extLst>
            </p:cNvPr>
            <p:cNvSpPr/>
            <p:nvPr/>
          </p:nvSpPr>
          <p:spPr>
            <a:xfrm rot="0">
              <a:off x="374750" y="5049173"/>
              <a:ext cx="10957810" cy="697451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950k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500k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4">
              <a:extLst>
                <a:ext uri="{211D5B06-BC25-4D3B-9D87-3ACF50F8DB80}">
                  <a16:creationId xmlns:a16="http://schemas.microsoft.com/office/drawing/2010/main" id="{702E8F8F-4C71-4ED7-A8BC-927A997F1292}"/>
                </a:ext>
              </a:extLst>
            </p:cNvPr>
            <p:cNvSpPr/>
            <p:nvPr/>
          </p:nvSpPr>
          <p:spPr>
            <a:xfrm rot="0">
              <a:off x="374750" y="4762445"/>
              <a:ext cx="7624890" cy="3156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5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/>
                </a:rPr>
                <a:t>Ngôi sao khuyến khích – thưởng khuyến khích cho các dược sĩ không đạt dự án</a:t>
              </a:r>
              <a:endParaRPr b="1" dirty="0" 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2">
            <a:extLst>
              <a:ext uri="{27D835DF-E3A5-4E35-84A3-78499A17287C}">
                <a16:creationId xmlns:a16="http://schemas.microsoft.com/office/drawing/2010/main" id="{BDC5E1C6-C511-4615-834A-859EF296865E}"/>
              </a:ext>
            </a:extLst>
          </p:cNvPr>
          <p:cNvSpPr/>
          <p:nvPr/>
        </p:nvSpPr>
        <p:spPr>
          <a:xfrm rot="0">
            <a:off x="374751" y="5215432"/>
            <a:ext cx="10957810" cy="67771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25">
            <a:extLst>
              <a:ext uri="{A2108407-64C8-4489-B091-9345A16CACB5}">
                <a16:creationId xmlns:a16="http://schemas.microsoft.com/office/drawing/2010/main" id="{C7C0A565-9CE9-4A49-B877-F37124CCE97C}"/>
              </a:ext>
            </a:extLst>
          </p:cNvPr>
          <p:cNvGrpSpPr/>
          <p:nvPr/>
        </p:nvGrpSpPr>
        <p:grpSpPr>
          <a:xfrm rot="0">
            <a:off x="148031" y="24644"/>
            <a:ext cx="11895937" cy="2929302"/>
            <a:chOff x="213807" y="72429"/>
            <a:chExt cx="11895937" cy="2929302"/>
          </a:xfrm>
        </p:grpSpPr>
        <p:grpSp>
          <p:nvGrpSpPr>
            <p:cNvPr id="8" name="Group 21">
              <a:extLst>
                <a:ext uri="{2128C705-0C7D-47D4-80D9-69F38CBB4D28}">
                  <a16:creationId xmlns:a16="http://schemas.microsoft.com/office/drawing/2010/main" id="{C46C8C3C-272E-492E-9CD8-5AA9069FF623}"/>
                </a:ext>
              </a:extLst>
            </p:cNvPr>
            <p:cNvGrpSpPr/>
            <p:nvPr/>
          </p:nvGrpSpPr>
          <p:grpSpPr>
            <a:xfrm rot="0">
              <a:off x="9690471" y="92979"/>
              <a:ext cx="2419274" cy="2640683"/>
              <a:chOff x="9690471" y="92979"/>
              <a:chExt cx="2419274" cy="2640683"/>
            </a:xfrm>
          </p:grpSpPr>
          <p:sp>
            <p:nvSpPr>
              <p:cNvPr id="9" name="Star: 5 Points 10">
                <a:extLst>
                  <a:ext uri="{12F880B4-69D1-4764-86FA-9FB9562BB8B7}">
                    <a16:creationId xmlns:a16="http://schemas.microsoft.com/office/drawing/2010/main" id="{EB0FE894-9786-4A6C-AE29-E2DDCD2ADADF}"/>
                  </a:ext>
                </a:extLst>
              </p:cNvPr>
              <p:cNvSpPr/>
              <p:nvPr/>
            </p:nvSpPr>
            <p:spPr>
              <a:xfrm rot="0">
                <a:off x="9690471" y="92979"/>
                <a:ext cx="2419274" cy="1683753"/>
              </a:xfrm>
              <a:prstGeom prst="star5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20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4 triệu</a:t>
                </a:r>
                <a:endParaRPr b="1" baseline="0" cap="none" dirty="0" i="0" lang="en-US" spc="0" strike="noStrike" sz="20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0" name="Rectangle 15">
                <a:extLst>
                  <a:ext uri="{A9EC847F-9D24-4273-BA59-00FD81FB1FAF}">
                    <a16:creationId xmlns:a16="http://schemas.microsoft.com/office/drawing/2010/main" id="{74DD0267-DA3F-4B1A-9817-EC37B12BF378}"/>
                  </a:ext>
                </a:extLst>
              </p:cNvPr>
              <p:cNvSpPr/>
              <p:nvPr/>
            </p:nvSpPr>
            <p:spPr>
              <a:xfrm rot="0">
                <a:off x="9815871" y="1809913"/>
                <a:ext cx="2168477" cy="92374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CK &gt;= 1M5</a:t>
                </a:r>
              </a:p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Combo liều &gt;= 700K</a:t>
                </a:r>
                <a:endParaRPr b="1" dirty="0" lang="en-US" sz="1600">
                  <a:solidFill>
                    <a:srgbClr val="ff0000"/>
                  </a:solidFill>
                  <a:latin typeface="Times New Roman"/>
                </a:endParaRPr>
              </a:p>
            </p:txBody>
          </p:sp>
        </p:grpSp>
        <p:grpSp>
          <p:nvGrpSpPr>
            <p:cNvPr id="11" name="Group 19">
              <a:extLst>
                <a:ext uri="{6E6FA987-B0C1-4B32-8FAF-BD93DEB7F511}">
                  <a16:creationId xmlns:a16="http://schemas.microsoft.com/office/drawing/2010/main" id="{DC09E77D-538A-41A1-B3C8-776F011A8C13}"/>
                </a:ext>
              </a:extLst>
            </p:cNvPr>
            <p:cNvGrpSpPr/>
            <p:nvPr/>
          </p:nvGrpSpPr>
          <p:grpSpPr>
            <a:xfrm rot="0">
              <a:off x="213807" y="72429"/>
              <a:ext cx="2376129" cy="2538080"/>
              <a:chOff x="-10106" y="73976"/>
              <a:chExt cx="2376129" cy="2538080"/>
            </a:xfrm>
          </p:grpSpPr>
          <p:sp>
            <p:nvSpPr>
              <p:cNvPr id="12" name="Star: 5 Points 1">
                <a:extLst>
                  <a:ext uri="{01B2D1A7-CE7F-4BF1-A55F-FCD1A5C460DA}">
                    <a16:creationId xmlns:a16="http://schemas.microsoft.com/office/drawing/2010/main" id="{7479A597-35CB-4852-A04C-D756E3240D88}"/>
                  </a:ext>
                </a:extLst>
              </p:cNvPr>
              <p:cNvSpPr/>
              <p:nvPr/>
            </p:nvSpPr>
            <p:spPr>
              <a:xfrm rot="0">
                <a:off x="-10106" y="73976"/>
                <a:ext cx="2376129" cy="1707397"/>
              </a:xfrm>
              <a:prstGeom prst="star5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latin typeface="Times New Roman"/>
                  </a:rPr>
                  <a:t>1 triệu +++</a:t>
                </a:r>
                <a:endParaRPr b="1" dirty="0" lang="en-US" sz="1600">
                  <a:latin typeface="Times New Roman"/>
                </a:endParaRPr>
              </a:p>
            </p:txBody>
          </p:sp>
          <p:sp>
            <p:nvSpPr>
              <p:cNvPr id="13" name="Rectangle 3">
                <a:extLst>
                  <a:ext uri="{49B56600-DD78-477B-B447-A0A7E03C3C1B}">
                    <a16:creationId xmlns:a16="http://schemas.microsoft.com/office/drawing/2010/main" id="{71DFF3AC-B9DD-4FEE-9300-F73D3B42F2DF}"/>
                  </a:ext>
                </a:extLst>
              </p:cNvPr>
              <p:cNvSpPr/>
              <p:nvPr/>
            </p:nvSpPr>
            <p:spPr>
              <a:xfrm rot="0">
                <a:off x="107646" y="1809913"/>
                <a:ext cx="2058127" cy="802143"/>
              </a:xfrm>
              <a:prstGeom prst="rect">
                <a:avLst/>
              </a:prstGeom>
              <a:ln w="28575">
                <a:solidFill>
                  <a:schemeClr val="accent4">
                    <a:lumMod val="75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CK &gt;= 630K</a:t>
                </a:r>
              </a:p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Combo liều &gt;= 350K</a:t>
                </a:r>
                <a:endParaRPr b="1" dirty="0" lang="en-US" sz="1600">
                  <a:solidFill>
                    <a:schemeClr val="accent1"/>
                  </a:solidFill>
                  <a:latin typeface="Times New Roman"/>
                </a:endParaRPr>
              </a:p>
            </p:txBody>
          </p:sp>
        </p:grpSp>
        <p:grpSp>
          <p:nvGrpSpPr>
            <p:cNvPr id="14" name="Group 4">
              <a:extLst>
                <a:ext uri="{2996203E-B28E-42D8-BEE6-AE4A0FE3A648}">
                  <a16:creationId xmlns:a16="http://schemas.microsoft.com/office/drawing/2010/main" id="{6C60C7EA-52FC-45F7-90D7-93FD04F3D6F5}"/>
                </a:ext>
              </a:extLst>
            </p:cNvPr>
            <p:cNvGrpSpPr/>
            <p:nvPr/>
          </p:nvGrpSpPr>
          <p:grpSpPr>
            <a:xfrm rot="0">
              <a:off x="4902070" y="529836"/>
              <a:ext cx="2478838" cy="2471895"/>
              <a:chOff x="4434257" y="334266"/>
              <a:chExt cx="2478838" cy="2471895"/>
            </a:xfrm>
          </p:grpSpPr>
          <p:sp>
            <p:nvSpPr>
              <p:cNvPr id="15" name="Star: 5 Points 8">
                <a:extLst>
                  <a:ext uri="{D4BBDA51-AAEB-4508-9832-B22F4772907E}">
                    <a16:creationId xmlns:a16="http://schemas.microsoft.com/office/drawing/2010/main" id="{8558B023-EC92-4A01-B7BE-76940903F777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dirty="0" lang="en-US" sz="1600">
                    <a:solidFill>
                      <a:srgbClr val="ffffff"/>
                    </a:solidFill>
                    <a:latin typeface="Times New Roman"/>
                  </a:rPr>
                  <a:t>2,2</a:t>
                </a: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6" name="Rectangle 7">
                <a:extLst>
                  <a:ext uri="{BA483FEC-5276-4C84-A660-A4F997C616B9}">
                    <a16:creationId xmlns:a16="http://schemas.microsoft.com/office/drawing/2010/main" id="{6E88DCDA-A171-4799-844A-F3622FFCD37C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CK &gt;= 1M</a:t>
                </a:r>
              </a:p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Combo liều &gt;= 580K</a:t>
                </a:r>
                <a:endParaRPr b="1" dirty="0" lang="en-US" sz="1600">
                  <a:solidFill>
                    <a:schemeClr val="accent2"/>
                  </a:solidFill>
                  <a:latin typeface="Times New Roman"/>
                </a:endParaRPr>
              </a:p>
            </p:txBody>
          </p:sp>
        </p:grpSp>
        <p:grpSp>
          <p:nvGrpSpPr>
            <p:cNvPr id="17" name="Group 18">
              <a:extLst>
                <a:ext uri="{96498A95-E01D-41E1-B5A5-E42BEEAADE79}">
                  <a16:creationId xmlns:a16="http://schemas.microsoft.com/office/drawing/2010/main" id="{298B0521-5985-41FC-B68F-A7BBF31A5EF7}"/>
                </a:ext>
              </a:extLst>
            </p:cNvPr>
            <p:cNvGrpSpPr/>
            <p:nvPr/>
          </p:nvGrpSpPr>
          <p:grpSpPr>
            <a:xfrm rot="0">
              <a:off x="7372086" y="299440"/>
              <a:ext cx="2419274" cy="2506720"/>
              <a:chOff x="7041326" y="266259"/>
              <a:chExt cx="2419274" cy="2506720"/>
            </a:xfrm>
          </p:grpSpPr>
          <p:sp>
            <p:nvSpPr>
              <p:cNvPr id="18" name="Star: 5 Points 9">
                <a:extLst>
                  <a:ext uri="{5A1053F3-F9BD-4E09-92A4-D70E533EF6A1}">
                    <a16:creationId xmlns:a16="http://schemas.microsoft.com/office/drawing/2010/main" id="{9541C878-E1D8-4693-B4F6-F858D9068B34}"/>
                  </a:ext>
                </a:extLst>
              </p:cNvPr>
              <p:cNvSpPr/>
              <p:nvPr/>
            </p:nvSpPr>
            <p:spPr>
              <a:xfrm rot="0">
                <a:off x="7041326" y="266259"/>
                <a:ext cx="2419274" cy="1707397"/>
              </a:xfrm>
              <a:prstGeom prst="star5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2,8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9" name="Rectangle 20">
                <a:extLst>
                  <a:ext uri="{D634B5A9-6DAC-4781-9FC0-4105B5D26BA8}">
                    <a16:creationId xmlns:a16="http://schemas.microsoft.com/office/drawing/2010/main" id="{2C1BB9F6-A7C5-4336-BA3B-8B20FF2C249D}"/>
                  </a:ext>
                </a:extLst>
              </p:cNvPr>
              <p:cNvSpPr/>
              <p:nvPr/>
            </p:nvSpPr>
            <p:spPr>
              <a:xfrm rot="0">
                <a:off x="7221899" y="1973656"/>
                <a:ext cx="2058127" cy="799323"/>
              </a:xfrm>
              <a:prstGeom prst="rect">
                <a:avLst/>
              </a:prstGeom>
              <a:ln w="28575">
                <a:solidFill>
                  <a:schemeClr val="accent6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CK &gt;= 1M2</a:t>
                </a:r>
              </a:p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Combo liều &gt;= 650K</a:t>
                </a:r>
                <a:endParaRPr b="1" dirty="0" lang="en-US" sz="1600">
                  <a:solidFill>
                    <a:schemeClr val="accent6"/>
                  </a:solidFill>
                  <a:latin typeface="Times New Roman"/>
                </a:endParaRPr>
              </a:p>
            </p:txBody>
          </p:sp>
        </p:grpSp>
        <p:grpSp>
          <p:nvGrpSpPr>
            <p:cNvPr id="20" name="Group 6">
              <a:extLst>
                <a:ext uri="{E68FA33D-EC06-4101-A9AA-7DA1F93662F9}">
                  <a16:creationId xmlns:a16="http://schemas.microsoft.com/office/drawing/2010/main" id="{DFBBD083-BA74-40E5-84B6-FB08DEED21A7}"/>
                </a:ext>
              </a:extLst>
            </p:cNvPr>
            <p:cNvGrpSpPr/>
            <p:nvPr/>
          </p:nvGrpSpPr>
          <p:grpSpPr>
            <a:xfrm rot="0">
              <a:off x="2461835" y="300780"/>
              <a:ext cx="2478838" cy="2471895"/>
              <a:chOff x="4434257" y="334266"/>
              <a:chExt cx="2478838" cy="2471895"/>
            </a:xfrm>
          </p:grpSpPr>
          <p:sp>
            <p:nvSpPr>
              <p:cNvPr id="21" name="Star: 5 Points 16">
                <a:extLst>
                  <a:ext uri="{B8DEFB18-72CE-45F1-B52A-47AAC94CB41E}">
                    <a16:creationId xmlns:a16="http://schemas.microsoft.com/office/drawing/2010/main" id="{B4BB27B7-8EBF-4E75-8648-EF824390DADB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1,6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22" name="Rectangle 17">
                <a:extLst>
                  <a:ext uri="{C05DBA51-E47C-497B-AB97-587AC1CFD0C0}">
                    <a16:creationId xmlns:a16="http://schemas.microsoft.com/office/drawing/2010/main" id="{036EA843-38C6-4714-AEFD-279205C58261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CK &gt;= 850K</a:t>
                </a:r>
              </a:p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Combo liều &gt;= 480K</a:t>
                </a:r>
                <a:endParaRPr b="1" dirty="0" lang="en-US" sz="1600">
                  <a:solidFill>
                    <a:schemeClr val="accent5"/>
                  </a:solidFill>
                  <a:latin typeface="Times New Roman"/>
                </a:endParaRPr>
              </a:p>
            </p:txBody>
          </p:sp>
        </p:grpSp>
      </p:grpSp>
      <p:sp>
        <p:nvSpPr>
          <p:cNvPr id="23" name="Rectangle 11">
            <a:extLst>
              <a:ext uri="{B58EE5F7-2568-49A7-94E1-45091EE631A6}">
                <a16:creationId xmlns:a16="http://schemas.microsoft.com/office/drawing/2010/main" id="{9F217D1A-9F20-45E9-A820-224A7E9B472A}"/>
              </a:ext>
            </a:extLst>
          </p:cNvPr>
          <p:cNvSpPr/>
          <p:nvPr/>
        </p:nvSpPr>
        <p:spPr>
          <a:xfrm rot="0">
            <a:off x="374750" y="3141064"/>
            <a:ext cx="10957810" cy="644602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7D40A8D4-9C74-4B69-BA94-E9F4B15705F9}">
        <p14:creationId xmlns:p14="http://schemas.microsoft.com/office/powerpoint/2010/main" val="1788190253468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2026-08-02T22:39:15Z</dcterms:created>
  <dcterms:modified xsi:type="dcterms:W3CDTF">2026-08-31T04:13:34Z</dcterms:modified>
</cp:coreProperties>
</file>