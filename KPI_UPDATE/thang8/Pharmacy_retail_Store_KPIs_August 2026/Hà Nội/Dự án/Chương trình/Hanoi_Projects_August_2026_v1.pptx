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Default ContentType="image/png" Extension="png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media/img_cc_black.png" Type="http://schemas.openxmlformats.org/officeDocument/2006/relationships/image"/><Relationship Id="rId2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</p:sldIdLst>
  <p:sldSz cx="12192000" cy="6858000" type="custom"/>
  <p:notesSz cx="12192000" cy="6858000"/>
  <p:embeddedFontLst/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tableStyles.xml" Type="http://schemas.openxmlformats.org/officeDocument/2006/relationships/tableStyles"/><Relationship Id="rId7" Target="presProps.xml" Type="http://schemas.openxmlformats.org/officeDocument/2006/relationships/presProps"/><Relationship Id="rId8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1441A3C-1D1C-4F8A-B4D7-897B0E2E9F37}">
                <a16:creationId xmlns:a16="http://schemas.microsoft.com/office/drawing/2010/main" id="{0B531FF0-67D4-4FEC-B2C2-421EB9CA237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524000" y="1122363"/>
            <a:ext cx="9144000" cy="2387600"/>
          </a:xfrm>
        </p:spPr>
        <p:txBody>
          <a:bodyPr anchor="b" rtlCol="0"/>
          <a:lstStyle>
            <a:lvl1pPr algn="ctr"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FC774659-974B-49FA-A370-AA361795AA77}">
                <a16:creationId xmlns:a16="http://schemas.microsoft.com/office/drawing/2010/main" id="{520AC99F-48CF-4A37-A978-FB20D376B3EE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524000" y="3602038"/>
            <a:ext cx="9144000" cy="1655762"/>
          </a:xfrm>
        </p:spPr>
        <p:txBody>
          <a:bodyPr rtlCol="0"/>
          <a:lstStyle>
            <a:lvl1pPr algn="ctr" indent="0" lvl="0" marL="0">
              <a:buNone/>
              <a:defRPr dirty="0" lang="en-US" sz="2400"/>
            </a:lvl1pPr>
            <a:lvl2pPr algn="ctr" indent="0" lvl="1" marL="457200">
              <a:buNone/>
              <a:defRPr dirty="0" lang="en-US" sz="2000"/>
            </a:lvl2pPr>
            <a:lvl3pPr algn="ctr" indent="0" lvl="2" marL="914400">
              <a:buNone/>
              <a:defRPr dirty="0" lang="en-US" sz="1800"/>
            </a:lvl3pPr>
            <a:lvl4pPr algn="ctr" indent="0" lvl="3" marL="1371600">
              <a:buNone/>
              <a:defRPr dirty="0" lang="en-US" sz="1600"/>
            </a:lvl4pPr>
            <a:lvl5pPr algn="ctr" indent="0" lvl="4" marL="1828800">
              <a:buNone/>
              <a:defRPr dirty="0" lang="en-US" sz="1600"/>
            </a:lvl5pPr>
            <a:lvl6pPr algn="ctr" indent="0" lvl="5" marL="2286000">
              <a:buNone/>
              <a:defRPr dirty="0" lang="en-US" sz="1600"/>
            </a:lvl6pPr>
            <a:lvl7pPr algn="ctr" indent="0" lvl="6" marL="2743200">
              <a:buNone/>
              <a:defRPr dirty="0" lang="en-US" sz="1600"/>
            </a:lvl7pPr>
            <a:lvl8pPr algn="ctr" indent="0" lvl="7" marL="3200400">
              <a:buNone/>
              <a:defRPr dirty="0" lang="en-US" sz="1600"/>
            </a:lvl8pPr>
            <a:lvl9pPr algn="ctr" indent="0" lvl="8" marL="3657600">
              <a:buNone/>
              <a:defRPr dirty="0" lang="en-US" sz="1600"/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Date Placeholder 3">
            <a:extLst>
              <a:ext uri="{864C28DE-0B0F-4996-8750-5A472C0DE459}">
                <a16:creationId xmlns:a16="http://schemas.microsoft.com/office/drawing/2010/main" id="{23F8DDE7-0218-455A-8B74-5579EDFCB8A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D46CE98-0974-46FF-B9C8-265A468AEE23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DA29E7E1-8808-4F13-AC59-060F77EFA42D}">
                <a16:creationId xmlns:a16="http://schemas.microsoft.com/office/drawing/2010/main" id="{AB7FF24A-1B14-432D-95F9-93E61EC12C3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C67C37D5-BF08-438A-9E3B-40931C97FEDA}">
                <a16:creationId xmlns:a16="http://schemas.microsoft.com/office/drawing/2010/main" id="{542AFE9C-1A53-4D3F-A8EC-0337ADF3530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BF9D0627-0BCF-4C5D-8CE0-4C839427D524}" type="slidenum"/>
            <a:endParaRPr dirty="0" lang="en-US"/>
          </a:p>
        </p:txBody>
      </p:sp>
    </p:spTree>
    <p:extLst>
      <p:ext uri="{07D53F3F-0EF6-44E7-BB14-CE3D4D943718}">
        <p14:creationId xmlns:p14="http://schemas.microsoft.com/office/powerpoint/2010/main" val="178617145695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4F818E7-23B3-4C5B-9C69-6180FBDD6699}">
                <a16:creationId xmlns:a16="http://schemas.microsoft.com/office/drawing/2010/main" id="{DB2D9F65-2BE9-42D0-A9D7-C436AEEE48F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1FB2530A-5377-4575-8A5C-30A7EEC6A184}">
                <a16:creationId xmlns:a16="http://schemas.microsoft.com/office/drawing/2010/main" id="{F48D9006-5F0E-4EAE-A7AB-FF83051D97AB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CF40E245-1004-4969-996F-8146B83CADEA}">
                <a16:creationId xmlns:a16="http://schemas.microsoft.com/office/drawing/2010/main" id="{F7CDA05F-BC5A-470F-ABD3-574B0329D94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12B61558-5703-4410-82D3-DA7C62735D71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6E96F178-98AA-4E20-BB0E-57FFDAA80A48}">
                <a16:creationId xmlns:a16="http://schemas.microsoft.com/office/drawing/2010/main" id="{78E831E5-EA44-4826-899D-90D50B2C9B3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7390FCC3-1EE0-4199-A51A-3B19E6389480}">
                <a16:creationId xmlns:a16="http://schemas.microsoft.com/office/drawing/2010/main" id="{02D4AFEB-80F6-4A67-8A87-F17AC06CFBD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59A05141-5A55-4442-921D-187EC2864637}" type="slidenum"/>
            <a:endParaRPr dirty="0" lang="en-US"/>
          </a:p>
        </p:txBody>
      </p:sp>
    </p:spTree>
    <p:extLst>
      <p:ext uri="{9578178A-C4AC-4328-A50A-5359AC31217E}">
        <p14:creationId xmlns:p14="http://schemas.microsoft.com/office/powerpoint/2010/main" val="1786171456956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FF21DEE-1E6C-4B20-92D0-10398DF177A4}">
                <a16:creationId xmlns:a16="http://schemas.microsoft.com/office/drawing/2010/main" id="{09035258-BE92-494E-BF68-57FFC9E7650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1849" y="1709738"/>
            <a:ext cx="10515600" cy="2852737"/>
          </a:xfrm>
        </p:spPr>
        <p:txBody>
          <a:bodyPr anchor="b" rtlCol="0"/>
          <a:lstStyle>
            <a:lvl1pPr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BB30A9DE-9246-467E-B6FC-A30562D91BCA}">
                <a16:creationId xmlns:a16="http://schemas.microsoft.com/office/drawing/2010/main" id="{6CFF681D-80B5-4453-BA49-CB2D35458DD9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1849" y="4589463"/>
            <a:ext cx="10515600" cy="1500187"/>
          </a:xfrm>
        </p:spPr>
        <p:txBody>
          <a:bodyPr rtlCol="0"/>
          <a:lstStyle>
            <a:lvl1pPr indent="0" lvl="0" marL="0">
              <a:buNone/>
              <a:defRPr dirty="0" lang="en-US" sz="2400">
                <a:solidFill>
                  <a:schemeClr val="tx1">
                    <a:tint val="82000"/>
                  </a:schemeClr>
                </a:solidFill>
              </a:defRPr>
            </a:lvl1pPr>
            <a:lvl2pPr indent="0" lvl="1" marL="457200">
              <a:buNone/>
              <a:defRPr dirty="0" lang="en-US" sz="2000">
                <a:solidFill>
                  <a:schemeClr val="tx1">
                    <a:tint val="82000"/>
                  </a:schemeClr>
                </a:solidFill>
              </a:defRPr>
            </a:lvl2pPr>
            <a:lvl3pPr indent="0" lvl="2" marL="914400">
              <a:buNone/>
              <a:defRPr dirty="0" lang="en-US" sz="1800">
                <a:solidFill>
                  <a:schemeClr val="tx1">
                    <a:tint val="82000"/>
                  </a:schemeClr>
                </a:solidFill>
              </a:defRPr>
            </a:lvl3pPr>
            <a:lvl4pPr indent="0" lvl="3" marL="1371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4pPr>
            <a:lvl5pPr indent="0" lvl="4" marL="18288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5pPr>
            <a:lvl6pPr indent="0" lvl="5" marL="22860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6pPr>
            <a:lvl7pPr indent="0" lvl="6" marL="27432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7pPr>
            <a:lvl8pPr indent="0" lvl="7" marL="32004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8pPr>
            <a:lvl9pPr indent="0" lvl="8" marL="3657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Date Placeholder 3">
            <a:extLst>
              <a:ext uri="{E08758B7-0966-47E5-AC70-3961D25BC936}">
                <a16:creationId xmlns:a16="http://schemas.microsoft.com/office/drawing/2010/main" id="{A15EB3FD-629C-4958-9808-E56B87164B4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32F63A4D-F74D-40B4-8FCA-B3F23B61DB1C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078B0912-F08A-4FC7-8D7E-265A871131CF}">
                <a16:creationId xmlns:a16="http://schemas.microsoft.com/office/drawing/2010/main" id="{8193DE01-C32E-4BC3-9BB8-B5DCB722B75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B9357D7B-C308-49BF-96F5-7FC44D824A15}">
                <a16:creationId xmlns:a16="http://schemas.microsoft.com/office/drawing/2010/main" id="{DB08FFFD-39D7-459C-A319-2C80CE7A27A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509853E2-BA00-44F2-A320-0F4C26EAB1E7}" type="slidenum"/>
            <a:endParaRPr dirty="0" lang="en-US"/>
          </a:p>
        </p:txBody>
      </p:sp>
    </p:spTree>
    <p:extLst>
      <p:ext uri="{58FAF63F-D227-4122-8270-D2FD28219D83}">
        <p14:creationId xmlns:p14="http://schemas.microsoft.com/office/powerpoint/2010/main" val="1786171456956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DEAF227-3EBE-4844-8BBE-7F078E8E0482}">
                <a16:creationId xmlns:a16="http://schemas.microsoft.com/office/drawing/2010/main" id="{088FFEC1-EE00-45A1-B91F-64780238093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B9C86F7A-D930-4EDB-A610-79A861467F83}">
                <a16:creationId xmlns:a16="http://schemas.microsoft.com/office/drawing/2010/main" id="{BB3B676E-4996-4FB3-8FB8-A50440FC9735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838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3">
            <a:extLst>
              <a:ext uri="{F8064EF6-63D7-42EF-AC23-8AE83B7596C5}">
                <a16:creationId xmlns:a16="http://schemas.microsoft.com/office/drawing/2010/main" id="{3D132A9F-80C4-4FB5-AF4D-773F773B2115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6172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58DE6EC0-CBA3-442C-9277-ED27EBAAC9BB}">
                <a16:creationId xmlns:a16="http://schemas.microsoft.com/office/drawing/2010/main" id="{7EC07C8B-9E56-4503-B760-91EAA4FAC8E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CCF26201-0BD9-4BEA-AD5A-E859ED71FCEA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0FB9FCD0-C8EF-4A91-8D63-A69218C80D39}">
                <a16:creationId xmlns:a16="http://schemas.microsoft.com/office/drawing/2010/main" id="{980E5BF8-B602-4B4D-9738-895DA1C1564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143E57FB-DB1E-4DFF-AEC6-EFCC5C8BD43E}">
                <a16:creationId xmlns:a16="http://schemas.microsoft.com/office/drawing/2010/main" id="{7B124B80-A969-4523-8EBD-4644BA902B2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200044A4-C805-456A-B36A-B7EBB8C5E197}" type="slidenum"/>
            <a:endParaRPr dirty="0" lang="en-US"/>
          </a:p>
        </p:txBody>
      </p:sp>
    </p:spTree>
    <p:extLst>
      <p:ext uri="{C7EE3675-3E7E-4D89-A584-95E58D4E379E}">
        <p14:creationId xmlns:p14="http://schemas.microsoft.com/office/powerpoint/2010/main" val="1786171456957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A44ECDA-BB93-4351-8C46-0D89B273E98E}">
                <a16:creationId xmlns:a16="http://schemas.microsoft.com/office/drawing/2010/main" id="{09AF74B0-9098-4A05-B698-8526441FA1F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365125"/>
            <a:ext cx="10515600" cy="1325563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8157BDBD-6B64-4408-8690-D8ABB2FF63F6}">
                <a16:creationId xmlns:a16="http://schemas.microsoft.com/office/drawing/2010/main" id="{DBCB1D11-9F34-4010-858A-5D0909910A8C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9788" y="1681163"/>
            <a:ext cx="51577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3">
            <a:extLst>
              <a:ext uri="{448824C3-58DB-4DEA-9700-9C2748F78C12}">
                <a16:creationId xmlns:a16="http://schemas.microsoft.com/office/drawing/2010/main" id="{13820793-5F52-4EEB-8DB5-79219B229128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839788" y="2505075"/>
            <a:ext cx="51577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ext Placeholder 4">
            <a:extLst>
              <a:ext uri="{5FC75A45-31BC-4822-8C3C-21FB6176493F}">
                <a16:creationId xmlns:a16="http://schemas.microsoft.com/office/drawing/2010/main" id="{34065EA9-0CE4-4AB3-B185-C9510FC832B1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6172200" y="1681163"/>
            <a:ext cx="51831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6" name="Content Placeholder 5">
            <a:extLst>
              <a:ext uri="{CEDBF9AF-846F-46FE-BD7C-D7B649600E8F}">
                <a16:creationId xmlns:a16="http://schemas.microsoft.com/office/drawing/2010/main" id="{88566A52-8C1C-4691-A774-3D3CB99E228C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6172200" y="2505075"/>
            <a:ext cx="51831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6">
            <a:extLst>
              <a:ext uri="{8EFC9178-C336-4713-9DE5-8CBBA6C81D59}">
                <a16:creationId xmlns:a16="http://schemas.microsoft.com/office/drawing/2010/main" id="{49B6CA95-359C-4BC9-9EA5-15A797CBADF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C364683D-8831-4F37-A5F6-29E36AC11191}" type="datetime1">
              <a:t>8/7/2026</a:t>
            </a:fld>
            <a:endParaRPr dirty="0" lang="en-US"/>
          </a:p>
        </p:txBody>
      </p:sp>
      <p:sp>
        <p:nvSpPr>
          <p:cNvPr id="8" name="Footer Placeholder 7">
            <a:extLst>
              <a:ext uri="{D307DEBF-2AB4-4D15-A59E-E491D9D02A05}">
                <a16:creationId xmlns:a16="http://schemas.microsoft.com/office/drawing/2010/main" id="{B1C04C24-7C74-4EA4-B19B-70E30B04E8F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lide Number Placeholder 8">
            <a:extLst>
              <a:ext uri="{DA9D8EE8-E831-4688-8939-07304E086D7F}">
                <a16:creationId xmlns:a16="http://schemas.microsoft.com/office/drawing/2010/main" id="{C12F852B-1AC9-4F14-9047-BD8C5D2D128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4A6A779D-1868-42E4-A464-E00BAA5A498A}" type="slidenum"/>
            <a:endParaRPr dirty="0" lang="en-US"/>
          </a:p>
        </p:txBody>
      </p:sp>
    </p:spTree>
    <p:extLst>
      <p:ext uri="{B5F40BC0-A03B-413B-8706-646FE43144E4}">
        <p14:creationId xmlns:p14="http://schemas.microsoft.com/office/powerpoint/2010/main" val="1786171456957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CF1CEA6-64A3-4DA5-A049-87F44A3CE233}">
                <a16:creationId xmlns:a16="http://schemas.microsoft.com/office/drawing/2010/main" id="{E93C1486-F37B-454A-917F-CDC1F29021F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Date Placeholder 2">
            <a:extLst>
              <a:ext uri="{90D2B290-0991-4EDC-AFDE-B9BBEB4608D3}">
                <a16:creationId xmlns:a16="http://schemas.microsoft.com/office/drawing/2010/main" id="{33DE8D57-4C76-4ECC-89C9-0F49830B499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49A80170-5D9A-4A79-9F25-A42A466D9E0C}" type="datetime1">
              <a:t>8/7/2026</a:t>
            </a:fld>
            <a:endParaRPr dirty="0" lang="en-US"/>
          </a:p>
        </p:txBody>
      </p:sp>
      <p:sp>
        <p:nvSpPr>
          <p:cNvPr id="4" name="Footer Placeholder 3">
            <a:extLst>
              <a:ext uri="{51849BAE-E25C-493D-AD1B-B4512E2CA276}">
                <a16:creationId xmlns:a16="http://schemas.microsoft.com/office/drawing/2010/main" id="{DFBEE4DE-E4AE-4B62-9263-98FB4E1CF87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Slide Number Placeholder 4">
            <a:extLst>
              <a:ext uri="{228FBACC-3E80-4A2F-B377-AB093310E51A}">
                <a16:creationId xmlns:a16="http://schemas.microsoft.com/office/drawing/2010/main" id="{E6FBDA7A-53B9-4390-AA93-BD0ED950005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287FB140-5E1B-471B-8F0D-671CF079E8CE}" type="slidenum"/>
            <a:endParaRPr dirty="0" lang="en-US"/>
          </a:p>
        </p:txBody>
      </p:sp>
    </p:spTree>
    <p:extLst>
      <p:ext uri="{E2C8B055-058C-4BD7-BF76-BAAF9789E575}">
        <p14:creationId xmlns:p14="http://schemas.microsoft.com/office/powerpoint/2010/main" val="1786171456958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8FC982DB-8EC8-447D-95D0-0DCB30372A76}">
                <a16:creationId xmlns:a16="http://schemas.microsoft.com/office/drawing/2010/main" id="{2B710725-6104-40B8-8E7D-A2AC48775B9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8DC423D7-7AC3-4568-9D8A-5C8356398033}" type="datetime1">
              <a:t>8/7/2026</a:t>
            </a:fld>
            <a:endParaRPr dirty="0" lang="en-US"/>
          </a:p>
        </p:txBody>
      </p:sp>
      <p:sp>
        <p:nvSpPr>
          <p:cNvPr id="3" name="Footer Placeholder 2">
            <a:extLst>
              <a:ext uri="{4BC91D3A-78E8-4DB4-B9D1-D4DBEC019A13}">
                <a16:creationId xmlns:a16="http://schemas.microsoft.com/office/drawing/2010/main" id="{83CE6B36-A258-4A56-83F4-2212BEA19EB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Slide Number Placeholder 3">
            <a:extLst>
              <a:ext uri="{7B92DABF-15CD-4A3D-AFAA-C075EA2BF28B}">
                <a16:creationId xmlns:a16="http://schemas.microsoft.com/office/drawing/2010/main" id="{AF21A1E2-2EC8-4248-8323-3B2BF53111B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E743780A-83F1-4A63-A7F5-E2FBEE7764A3}" type="slidenum"/>
            <a:endParaRPr dirty="0" lang="en-US"/>
          </a:p>
        </p:txBody>
      </p:sp>
    </p:spTree>
    <p:extLst>
      <p:ext uri="{D71A437F-3D1F-42D0-B01E-4595CE685FDD}">
        <p14:creationId xmlns:p14="http://schemas.microsoft.com/office/powerpoint/2010/main" val="1786171456958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A294098-DF26-491E-AAC2-CD636A2173A6}">
                <a16:creationId xmlns:a16="http://schemas.microsoft.com/office/drawing/2010/main" id="{46D36140-E375-48BD-B298-198071B2375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622F6AD9-28B8-484A-9277-6E13D5F5CD94}">
                <a16:creationId xmlns:a16="http://schemas.microsoft.com/office/drawing/2010/main" id="{A7D1160A-79FB-4C8E-812D-5314803F76DA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lvl="0">
              <a:defRPr dirty="0" lang="en-US" sz="3200"/>
            </a:lvl1pPr>
            <a:lvl2pPr lvl="1">
              <a:defRPr dirty="0" lang="en-US" sz="2800"/>
            </a:lvl2pPr>
            <a:lvl3pPr lvl="2">
              <a:defRPr dirty="0" lang="en-US" sz="2400"/>
            </a:lvl3pPr>
            <a:lvl4pPr lvl="3">
              <a:defRPr dirty="0" lang="en-US" sz="2000"/>
            </a:lvl4pPr>
            <a:lvl5pPr lvl="4">
              <a:defRPr dirty="0" lang="en-US" sz="2000"/>
            </a:lvl5pPr>
            <a:lvl6pPr lvl="5">
              <a:defRPr dirty="0" lang="en-US" sz="2000"/>
            </a:lvl6pPr>
            <a:lvl7pPr lvl="6">
              <a:defRPr dirty="0" lang="en-US" sz="2000"/>
            </a:lvl7pPr>
            <a:lvl8pPr lvl="7">
              <a:defRPr dirty="0" lang="en-US" sz="2000"/>
            </a:lvl8pPr>
            <a:lvl9pPr lvl="8">
              <a:defRPr dirty="0" lang="en-US" sz="20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Text Placeholder 3">
            <a:extLst>
              <a:ext uri="{9755F9AA-E9CF-417F-A61D-F2A05564ECC9}">
                <a16:creationId xmlns:a16="http://schemas.microsoft.com/office/drawing/2010/main" id="{97210CC2-588E-4FB7-9E56-E66FEEA1DE1C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600989B2-0C5B-4768-A8C4-64D8769DC040}">
                <a16:creationId xmlns:a16="http://schemas.microsoft.com/office/drawing/2010/main" id="{C1DE59C1-E3BF-4AE3-B4F8-D086E6DD847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2D241D0E-F4C0-4983-86E6-DE97FEC26959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8A7607F1-C028-4EEA-B766-3F1C6002FE0C}">
                <a16:creationId xmlns:a16="http://schemas.microsoft.com/office/drawing/2010/main" id="{0E34BB14-75DF-4063-8F2B-708464501FE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AA66C39E-F51C-4E54-85FA-B7D7F2A1CA91}">
                <a16:creationId xmlns:a16="http://schemas.microsoft.com/office/drawing/2010/main" id="{03B42C8A-EDA2-4FE3-9CDD-5DCA31A86A9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1104E35-489B-45B2-9A5E-0F1DEA25AB91}" type="slidenum"/>
            <a:endParaRPr dirty="0" lang="en-US"/>
          </a:p>
        </p:txBody>
      </p:sp>
    </p:spTree>
    <p:extLst>
      <p:ext uri="{FD61B9FA-9140-45A0-B339-18F960CE5EF4}">
        <p14:creationId xmlns:p14="http://schemas.microsoft.com/office/powerpoint/2010/main" val="1786171456959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CFA1982-2150-4FE2-A7D4-6F5256BE2E04}">
                <a16:creationId xmlns:a16="http://schemas.microsoft.com/office/drawing/2010/main" id="{F9D269D1-A09D-485D-A9A6-12872F7B85B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5A2C71E2-FDA9-4BD3-9449-5B557D37E793}">
                <a16:creationId xmlns:a16="http://schemas.microsoft.com/office/drawing/2010/main" id="{22E3F55F-2C42-46B4-90EE-FC707B639839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indent="0" lvl="0" marL="0">
              <a:buNone/>
              <a:defRPr dirty="0" lang="en-US" sz="3200"/>
            </a:lvl1pPr>
            <a:lvl2pPr indent="0" lvl="1" marL="457200">
              <a:buNone/>
              <a:defRPr dirty="0" lang="en-US" sz="2800"/>
            </a:lvl2pPr>
            <a:lvl3pPr indent="0" lvl="2" marL="914400">
              <a:buNone/>
              <a:defRPr dirty="0" lang="en-US" sz="24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  <a:lvl6pPr indent="0" lvl="5" marL="2286000">
              <a:buNone/>
              <a:defRPr dirty="0" lang="en-US" sz="2000"/>
            </a:lvl6pPr>
            <a:lvl7pPr indent="0" lvl="6" marL="2743200">
              <a:buNone/>
              <a:defRPr dirty="0" lang="en-US" sz="2000"/>
            </a:lvl7pPr>
            <a:lvl8pPr indent="0" lvl="7" marL="3200400">
              <a:buNone/>
              <a:defRPr dirty="0" lang="en-US" sz="2000"/>
            </a:lvl8pPr>
            <a:lvl9pPr indent="0" lvl="8" marL="3657600">
              <a:buNone/>
              <a:defRPr dirty="0" lang="en-US" sz="2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 Placeholder 3">
            <a:extLst>
              <a:ext uri="{3D23C849-A669-41A5-BAE9-3674569FD5B0}">
                <a16:creationId xmlns:a16="http://schemas.microsoft.com/office/drawing/2010/main" id="{8C651387-A8D4-446C-B9F9-4482034D1569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83A5C748-83BF-472D-BA77-324F20705D88}">
                <a16:creationId xmlns:a16="http://schemas.microsoft.com/office/drawing/2010/main" id="{7D93E9C6-54E2-4FDC-BC82-C1FB11E490D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B859D545-F271-4E01-9CB8-86CF3B3CA124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04B17EB1-A13C-449E-B58D-B1FB34A2CF12}">
                <a16:creationId xmlns:a16="http://schemas.microsoft.com/office/drawing/2010/main" id="{33D568F1-5A42-44AE-84DA-3DB2A2D48A9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DE210EF1-454D-473A-A25A-519F24EBF8D3}">
                <a16:creationId xmlns:a16="http://schemas.microsoft.com/office/drawing/2010/main" id="{C838ECC7-2C5D-4EAF-BC52-CE42C444428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98C05632-0316-4032-90EE-7AA751F446E1}" type="slidenum"/>
            <a:endParaRPr dirty="0" lang="en-US"/>
          </a:p>
        </p:txBody>
      </p:sp>
    </p:spTree>
    <p:extLst>
      <p:ext uri="{BEC1AAD1-F399-463D-A312-7C68C3C91C80}">
        <p14:creationId xmlns:p14="http://schemas.microsoft.com/office/powerpoint/2010/main" val="1786171456959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4C93264-A320-4EBD-8D12-5BA7D50DD449}">
                <a16:creationId xmlns:a16="http://schemas.microsoft.com/office/drawing/2010/main" id="{817BC113-49C4-4BEA-9D4F-F808F6857F89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DCAF3FCD-4B09-4EDE-B286-1774DD4A7760}">
                <a16:creationId xmlns:a16="http://schemas.microsoft.com/office/drawing/2010/main" id="{673F070E-54ED-4DF4-A21A-18FF17E53C87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9CD7C6AD-B785-481F-9357-BBB2B92FB02A}">
                <a16:creationId xmlns:a16="http://schemas.microsoft.com/office/drawing/2010/main" id="{51B91385-45E4-4E9B-86A6-27F35527914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649E8B5-108F-4DF1-B361-8670082AD579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F2A74635-1FA4-4496-980C-F8F89DAB6AC4}">
                <a16:creationId xmlns:a16="http://schemas.microsoft.com/office/drawing/2010/main" id="{51286E0F-A058-4D0B-91F8-B6C772C8687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D8B47488-2C02-4B5E-90B2-649B77F9758A}">
                <a16:creationId xmlns:a16="http://schemas.microsoft.com/office/drawing/2010/main" id="{325EED75-A2D6-4B40-912A-6E549A41E70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2BED28BE-9EAB-42DB-B1F2-7C96F863E935}" type="slidenum"/>
            <a:endParaRPr dirty="0" lang="en-US"/>
          </a:p>
        </p:txBody>
      </p:sp>
    </p:spTree>
    <p:extLst>
      <p:ext uri="{343ADAFF-A977-4E16-85F2-BB1D8B7FE3C2}">
        <p14:creationId xmlns:p14="http://schemas.microsoft.com/office/powerpoint/2010/main" val="1786171456960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4CED3C61-E19C-4169-99F4-2142DCB08817}">
                <a16:creationId xmlns:a16="http://schemas.microsoft.com/office/drawing/2010/main" id="{B03D85F8-C64C-4F5A-9E8A-599370213CC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724900" y="365125"/>
            <a:ext cx="2628900" cy="5811838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E9001B39-C627-4DA8-B129-2C298C7B6CB3}">
                <a16:creationId xmlns:a16="http://schemas.microsoft.com/office/drawing/2010/main" id="{04D9E798-0E39-4A3B-A8FD-498D23FCEF6D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365125"/>
            <a:ext cx="7734300" cy="58118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7E90BCB6-5434-49AD-AADB-48D4E7BC7E09}">
                <a16:creationId xmlns:a16="http://schemas.microsoft.com/office/drawing/2010/main" id="{2C5CEF4B-FB78-4D6C-8766-CE2C4389893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E20C7AEC-90DE-42D7-BA1C-2E118AFD1CF9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79356498-4D3D-4114-BD8D-537DACC1A2B4}">
                <a16:creationId xmlns:a16="http://schemas.microsoft.com/office/drawing/2010/main" id="{2180F434-E4D8-47F6-861B-2360BD78A4D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E5E0034A-2B07-4012-8703-BAFD2B55473F}">
                <a16:creationId xmlns:a16="http://schemas.microsoft.com/office/drawing/2010/main" id="{59C95D92-9696-4555-8097-47A2C77E2AA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BF9F861-DB5F-4666-8305-774D7707B14E}" type="slidenum"/>
            <a:endParaRPr dirty="0" lang="en-US"/>
          </a:p>
        </p:txBody>
      </p:sp>
    </p:spTree>
    <p:extLst>
      <p:ext uri="{F8D4A76F-810D-4140-9FAD-35C0C6C953DE}">
        <p14:creationId xmlns:p14="http://schemas.microsoft.com/office/powerpoint/2010/main" val="178617145696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86AE6A61-BAE7-4DF1-B28F-3BBEA038246F}">
                <a16:creationId xmlns:a16="http://schemas.microsoft.com/office/drawing/2010/main" id="{611EA860-1A37-4B78-BFF9-5160AA8CDED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C7D402D7-2A0E-442E-B09A-825530E91553}">
                <a16:creationId xmlns:a16="http://schemas.microsoft.com/office/drawing/2010/main" id="{04CFA6B6-76F6-4F46-8262-9C3AD0505BB8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A8415832-C40A-49B7-90C8-B130A03B26D8}">
                <a16:creationId xmlns:a16="http://schemas.microsoft.com/office/drawing/2010/main" id="{D189C9FE-61F0-4E60-8149-B9B6AB963AF8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3587BB38-EB0D-4D52-9ED8-15A33231BD28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61914362-F76C-45DB-9F22-FC2EC3DCE09B}">
                <a16:creationId xmlns:a16="http://schemas.microsoft.com/office/drawing/2010/main" id="{00194EE4-5DD5-4CCA-B98A-BC56F835AC81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ED99D531-112B-4F45-919E-E8276DCE0243}">
                <a16:creationId xmlns:a16="http://schemas.microsoft.com/office/drawing/2010/main" id="{2AD6CE38-885C-4E79-8A26-FD6ECE1554F6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53EF097E-128E-4B86-93DB-B38111BDFFD3}" type="slidenum"/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lvl="0" rtl="false">
        <a:lnSpc>
          <a:spcPct val="90000"/>
        </a:lnSpc>
        <a:spcBef>
          <a:spcPct val="0"/>
        </a:spcBef>
        <a:buNone/>
        <a:defRPr dirty="0" lang="en-US" sz="4400">
          <a:solidFill>
            <a:schemeClr val="tx1"/>
          </a:solidFill>
          <a:latin typeface="+mj-lt"/>
        </a:defRPr>
      </a:lvl1pPr>
    </p:titleStyle>
    <p:bodyStyle>
      <a:lvl1pPr algn="l" indent="-228600" lvl="0" marL="228600" rtl="false">
        <a:lnSpc>
          <a:spcPct val="90000"/>
        </a:lnSpc>
        <a:spcBef>
          <a:spcPts val="1000"/>
        </a:spcBef>
        <a:buChar char="•"/>
        <a:buFont typeface="Arial"/>
        <a:defRPr dirty="0" lang="en-US" sz="2800">
          <a:solidFill>
            <a:schemeClr val="tx1"/>
          </a:solidFill>
          <a:latin typeface="+mn-lt"/>
        </a:defRPr>
      </a:lvl1pPr>
      <a:lvl2pPr algn="l" indent="-228600" lvl="1" marL="685800" rtl="false">
        <a:lnSpc>
          <a:spcPct val="90000"/>
        </a:lnSpc>
        <a:spcBef>
          <a:spcPts val="500"/>
        </a:spcBef>
        <a:buChar char="•"/>
        <a:buFont typeface="Arial"/>
        <a:defRPr dirty="0" lang="en-US" sz="2400">
          <a:solidFill>
            <a:schemeClr val="tx1"/>
          </a:solidFill>
          <a:latin typeface="+mn-lt"/>
        </a:defRPr>
      </a:lvl2pPr>
      <a:lvl3pPr algn="l" indent="-228600" lvl="2" marL="1143000" rtl="false">
        <a:lnSpc>
          <a:spcPct val="90000"/>
        </a:lnSpc>
        <a:spcBef>
          <a:spcPts val="5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3pPr>
      <a:lvl4pPr algn="l" indent="-228600" lvl="3" marL="1600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4pPr>
      <a:lvl5pPr algn="l" indent="-228600" lvl="4" marL="20574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5pPr>
      <a:lvl6pPr algn="l" indent="-228600" lvl="5" marL="25146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6pPr>
      <a:lvl7pPr algn="l" indent="-228600" lvl="6" marL="29718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7pPr>
      <a:lvl8pPr algn="l" indent="-228600" lvl="7" marL="34290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8pPr>
      <a:lvl9pPr algn="l" indent="-228600" lvl="8" marL="3886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92CAE426-C8A5-4914-9D63-F4AD3A741A67}">
                <a16:creationId xmlns:a16="http://schemas.microsoft.com/office/drawing/2010/main" id="{D41F7736-FD36-435F-BDFA-22F9228DE927}"/>
              </a:ext>
            </a:extLst>
          </p:cNvPr>
          <p:cNvSpPr txBox="1"/>
          <p:nvPr/>
        </p:nvSpPr>
        <p:spPr>
          <a:xfrm rot="0">
            <a:off x="853757" y="-18609"/>
            <a:ext cx="10484485" cy="5835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/>
            <a:r>
              <a:rPr b="1" dirty="0" lang="vi-VN" sz="3200">
                <a:solidFill>
                  <a:srgbClr val="ff0000"/>
                </a:solidFill>
                <a:latin typeface="Times New Roman"/>
              </a:rPr>
              <a:t>CHƯƠNG TRÌNH DỰ ÁN THÁNG 8.</a:t>
            </a:r>
            <a:r>
              <a:rPr b="1" dirty="0" lang="en-US" sz="3200">
                <a:solidFill>
                  <a:srgbClr val="ff0000"/>
                </a:solidFill>
                <a:latin typeface="Times New Roman"/>
              </a:rPr>
              <a:t>2026</a:t>
            </a:r>
            <a:r>
              <a:rPr b="1" dirty="0" lang="vi-VN" sz="3200">
                <a:solidFill>
                  <a:srgbClr val="ff0000"/>
                </a:solidFill>
                <a:latin typeface="Times New Roman"/>
              </a:rPr>
              <a:t> - HÀ NỘI</a:t>
            </a:r>
            <a:r>
              <a:rPr dirty="0" lang="vi-VN">
                <a:latin typeface="Times New Roman"/>
              </a:rPr>
              <a:t> </a:t>
            </a:r>
            <a:endParaRPr dirty="0" lang="vi-VN">
              <a:latin typeface="Times New Roman"/>
            </a:endParaRPr>
          </a:p>
        </p:txBody>
      </p:sp>
      <p:grpSp>
        <p:nvGrpSpPr>
          <p:cNvPr id="3" name="Group 5">
            <a:extLst>
              <a:ext uri="{FC0E1460-76C3-4469-990C-DB7580D24882}">
                <a16:creationId xmlns:a16="http://schemas.microsoft.com/office/drawing/2010/main" id="{A8082554-4A6E-47D4-909A-5AC16B450B36}"/>
              </a:ext>
            </a:extLst>
          </p:cNvPr>
          <p:cNvGrpSpPr/>
          <p:nvPr/>
        </p:nvGrpSpPr>
        <p:grpSpPr>
          <a:xfrm rot="0">
            <a:off x="981846" y="3763441"/>
            <a:ext cx="9950935" cy="1068200"/>
            <a:chOff x="982538" y="2924920"/>
            <a:chExt cx="9950935" cy="1068200"/>
          </a:xfrm>
        </p:grpSpPr>
        <p:sp>
          <p:nvSpPr>
            <p:cNvPr id="4" name="Rectangle 6">
              <a:extLst>
                <a:ext uri="{3B52F84E-4182-4A29-92AD-3E3A90963816}">
                  <a16:creationId xmlns:a16="http://schemas.microsoft.com/office/drawing/2010/main" id="{BE3FE4BC-FF49-4582-8687-30D584A3C3C6}"/>
                </a:ext>
              </a:extLst>
            </p:cNvPr>
            <p:cNvSpPr/>
            <p:nvPr/>
          </p:nvSpPr>
          <p:spPr>
            <a:xfrm rot="0">
              <a:off x="983225" y="3238930"/>
              <a:ext cx="9950247" cy="754190"/>
            </a:xfrm>
            <a:prstGeom prst="rect">
              <a:avLst/>
            </a:prstGeom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Tổng doanh thu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CK + Combo liều/DS/ngày &gt;= 2M</a:t>
              </a:r>
              <a:br>
                <a:rPr b="1" dirty="0" lang="en-US" sz="1500">
                  <a:solidFill>
                    <a:srgbClr val="ff0000"/>
                  </a:solidFill>
                  <a:latin typeface="Times New Roman"/>
                </a:rPr>
              </a:br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Thưởng khuyến khích dược sĩ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500K</a:t>
              </a:r>
              <a:endParaRPr b="1" dirty="0" lang="en-US" sz="1500">
                <a:solidFill>
                  <a:srgbClr val="ff0000"/>
                </a:solidFill>
                <a:latin typeface="Times New Roman"/>
              </a:endParaRPr>
            </a:p>
          </p:txBody>
        </p:sp>
        <p:sp>
          <p:nvSpPr>
            <p:cNvPr id="5" name="Rectangle 10">
              <a:extLst>
                <a:ext uri="{DA63C8F9-DEFF-4C7F-B1AF-7A7072FDA7A6}">
                  <a16:creationId xmlns:a16="http://schemas.microsoft.com/office/drawing/2010/main" id="{2F3667B6-FE35-4115-966E-19390A67985D}"/>
                </a:ext>
              </a:extLst>
            </p:cNvPr>
            <p:cNvSpPr/>
            <p:nvPr/>
          </p:nvSpPr>
          <p:spPr>
            <a:xfrm rot="0">
              <a:off x="982538" y="2924920"/>
              <a:ext cx="4717671" cy="36933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b="1" dirty="0" lang="en-US" sz="1600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Thưởng khuyến khích các dược sĩ không đạt dự án</a:t>
              </a:r>
              <a:endParaRPr b="1" dirty="0" lang="en-US" sz="1600">
                <a:solidFill>
                  <a:schemeClr val="accent2">
                    <a:lumMod val="75000"/>
                  </a:schemeClr>
                </a:solidFill>
                <a:latin typeface="Times New Roman"/>
              </a:endParaRPr>
            </a:p>
          </p:txBody>
        </p:sp>
      </p:grpSp>
      <p:sp>
        <p:nvSpPr>
          <p:cNvPr id="6" name="Rectangle 14">
            <a:extLst>
              <a:ext uri="{C7656801-CEAE-4DAE-BA83-0EF90D2826E7}">
                <a16:creationId xmlns:a16="http://schemas.microsoft.com/office/drawing/2010/main" id="{F390B285-DC9A-43F4-A4CC-A14661EE5F3E}"/>
              </a:ext>
            </a:extLst>
          </p:cNvPr>
          <p:cNvSpPr/>
          <p:nvPr/>
        </p:nvSpPr>
        <p:spPr>
          <a:xfrm rot="0">
            <a:off x="982541" y="5227776"/>
            <a:ext cx="9950939" cy="746274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=&gt; Thưởng dự án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0.8</a:t>
            </a:r>
          </a:p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đồng thời </a:t>
            </a:r>
            <a:r>
              <a:rPr b="1" dirty="0" lang="en-US" sz="1500">
                <a:latin typeface="Times New Roman"/>
              </a:rPr>
              <a:t>không đạt dự án </a:t>
            </a:r>
            <a:r>
              <a:rPr dirty="0" lang="en-US" sz="1500">
                <a:latin typeface="Times New Roman"/>
              </a:rPr>
              <a:t>=&gt; Thưởng hoa hồng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0.9</a:t>
            </a:r>
            <a:endParaRPr b="1" dirty="0" lang="en-US" sz="1500">
              <a:solidFill>
                <a:srgbClr val="ff0000"/>
              </a:solidFill>
              <a:latin typeface="Times New Roman"/>
            </a:endParaRPr>
          </a:p>
        </p:txBody>
      </p:sp>
      <p:grpSp>
        <p:nvGrpSpPr>
          <p:cNvPr id="7" name="Group 12">
            <a:extLst>
              <a:ext uri="{C647AA2C-4C51-470F-BC25-B3D9D6B76912}">
                <a16:creationId xmlns:a16="http://schemas.microsoft.com/office/drawing/2010/main" id="{C27EF593-DC11-4796-BDC2-6DAF3A39A5C6}"/>
              </a:ext>
            </a:extLst>
          </p:cNvPr>
          <p:cNvGrpSpPr/>
          <p:nvPr/>
        </p:nvGrpSpPr>
        <p:grpSpPr>
          <a:xfrm rot="0">
            <a:off x="450380" y="893359"/>
            <a:ext cx="10798559" cy="1968550"/>
            <a:chOff x="568575" y="835123"/>
            <a:chExt cx="10798559" cy="1968550"/>
          </a:xfrm>
        </p:grpSpPr>
        <p:sp>
          <p:nvSpPr>
            <p:cNvPr id="8" name="Rectangle 1">
              <a:extLst>
                <a:ext uri="{1D43A38F-88EB-441C-B093-392F35E94D17}">
                  <a16:creationId xmlns:a16="http://schemas.microsoft.com/office/drawing/2010/main" id="{DA1BAA74-7FC8-4ACA-A470-931CCB038129}"/>
                </a:ext>
              </a:extLst>
            </p:cNvPr>
            <p:cNvSpPr/>
            <p:nvPr/>
          </p:nvSpPr>
          <p:spPr>
            <a:xfrm rot="0">
              <a:off x="776106" y="855411"/>
              <a:ext cx="1989953" cy="103238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 sz="1600">
                  <a:latin typeface="Times New Roman"/>
                </a:rPr>
                <a:t>CK &gt;= 2M2</a:t>
              </a:r>
            </a:p>
            <a:p>
              <a:pPr algn="ctr"/>
              <a:r>
                <a:rPr b="1" dirty="0" lang="en-US" sz="1600">
                  <a:latin typeface="Times New Roman"/>
                </a:rPr>
                <a:t>Combo liều &gt;= 450K</a:t>
              </a:r>
              <a:endParaRPr b="1" dirty="0" lang="en-US" sz="1600">
                <a:latin typeface="Times New Roman"/>
              </a:endParaRPr>
            </a:p>
          </p:txBody>
        </p:sp>
        <p:sp>
          <p:nvSpPr>
            <p:cNvPr id="9" name="Rectangle 2">
              <a:extLst>
                <a:ext uri="{0AD6F346-BBA3-47CE-9141-C4A0403BA37F}">
                  <a16:creationId xmlns:a16="http://schemas.microsoft.com/office/drawing/2010/main" id="{75C95142-282C-475A-8414-E753A0532493}"/>
                </a:ext>
              </a:extLst>
            </p:cNvPr>
            <p:cNvSpPr/>
            <p:nvPr/>
          </p:nvSpPr>
          <p:spPr>
            <a:xfrm rot="0">
              <a:off x="4707169" y="855402"/>
              <a:ext cx="2087622" cy="1228058"/>
            </a:xfrm>
            <a:prstGeom prst="rect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 sz="1600">
                  <a:latin typeface="Times New Roman"/>
                </a:rPr>
                <a:t>CK &gt;= 2M8</a:t>
              </a:r>
            </a:p>
            <a:p>
              <a:pPr algn="ctr"/>
              <a:r>
                <a:rPr b="1" dirty="0" lang="en-US" sz="1600">
                  <a:latin typeface="Times New Roman"/>
                </a:rPr>
                <a:t>Combo liều &gt;= 650K</a:t>
              </a:r>
              <a:endParaRPr b="1" dirty="0" lang="en-US" sz="1600">
                <a:latin typeface="Times New Roman"/>
              </a:endParaRPr>
            </a:p>
          </p:txBody>
        </p:sp>
        <p:sp>
          <p:nvSpPr>
            <p:cNvPr id="10" name="Rectangle 7">
              <a:extLst>
                <a:ext uri="{A4F2B987-9FF4-4785-ACFB-BF0A1B449823}">
                  <a16:creationId xmlns:a16="http://schemas.microsoft.com/office/drawing/2010/main" id="{8CBF5949-9DF1-48B4-B5AF-A8EE6A2609BB}"/>
                </a:ext>
              </a:extLst>
            </p:cNvPr>
            <p:cNvSpPr/>
            <p:nvPr/>
          </p:nvSpPr>
          <p:spPr>
            <a:xfrm rot="0">
              <a:off x="6767322" y="835123"/>
              <a:ext cx="2261578" cy="1394831"/>
            </a:xfrm>
            <a:prstGeom prst="rect">
              <a:avLst/>
            </a:prstGeom>
            <a:solidFill>
              <a:schemeClr val="accent3"/>
            </a:solidFill>
            <a:ln cap="flat" w="9525">
              <a:noFill/>
              <a:prstDash val="solid"/>
              <a:miter lim="800000"/>
            </a:ln>
            <a:effectLst>
              <a:outerShdw blurRad="50800" dir="2700000" dist="47625">
                <a:srgbClr val="3f3f3f">
                  <a:alpha val="39999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6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 sz="1600">
                  <a:latin typeface="Times New Roman"/>
                </a:rPr>
                <a:t>CK &gt;= 3M2</a:t>
              </a:r>
            </a:p>
            <a:p>
              <a:pPr algn="ctr"/>
              <a:r>
                <a:rPr b="1" dirty="0" lang="en-US" sz="1600">
                  <a:latin typeface="Times New Roman"/>
                </a:rPr>
                <a:t>Combo liều &gt;= 750K</a:t>
              </a:r>
              <a:endParaRPr b="1" dirty="0" lang="en-US" sz="1600">
                <a:latin typeface="Times New Roman"/>
              </a:endParaRPr>
            </a:p>
          </p:txBody>
        </p:sp>
        <p:sp>
          <p:nvSpPr>
            <p:cNvPr id="11" name="TextBox 9">
              <a:extLst>
                <a:ext uri="{EDF51E1C-AE40-4D0E-A30E-6856B518F9FD}">
                  <a16:creationId xmlns:a16="http://schemas.microsoft.com/office/drawing/2010/main" id="{D83E7528-9907-4192-A404-13099207ECED}"/>
                </a:ext>
              </a:extLst>
            </p:cNvPr>
            <p:cNvSpPr txBox="1"/>
            <p:nvPr/>
          </p:nvSpPr>
          <p:spPr>
            <a:xfrm rot="0">
              <a:off x="568575" y="1914229"/>
              <a:ext cx="2159079" cy="365693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Thưởng 1</a:t>
              </a:r>
              <a:r>
                <a:rPr b="1" dirty="0" lang="vi-VN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 </a:t>
              </a:r>
              <a:r>
                <a:rPr b="1" dirty="0" lang="vi-VN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triệu</a:t>
              </a:r>
              <a:endParaRPr b="1" dirty="0" lang="vi-VN">
                <a:solidFill>
                  <a:schemeClr val="accent4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2" name="TextBox 11">
              <a:extLst>
                <a:ext uri="{0650EC1E-DB5F-42E3-A2B1-1396D02A6323}">
                  <a16:creationId xmlns:a16="http://schemas.microsoft.com/office/drawing/2010/main" id="{9446C5B4-CB18-4898-AA30-4803BE266C80}"/>
                </a:ext>
              </a:extLst>
            </p:cNvPr>
            <p:cNvSpPr txBox="1"/>
            <p:nvPr/>
          </p:nvSpPr>
          <p:spPr>
            <a:xfrm rot="0">
              <a:off x="8977893" y="2403567"/>
              <a:ext cx="2389239" cy="4001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 sz="2000">
                  <a:solidFill>
                    <a:schemeClr val="accent5">
                      <a:lumMod val="75000"/>
                    </a:schemeClr>
                  </a:solidFill>
                  <a:latin typeface="Times New Roman"/>
                </a:rPr>
                <a:t>Thưởng 4 triệu</a:t>
              </a:r>
              <a:endParaRPr b="1" dirty="0" lang="vi-VN" sz="2000">
                <a:solidFill>
                  <a:schemeClr val="accent5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3" name="TextBox 13">
              <a:extLst>
                <a:ext uri="{372F3CCC-03E2-4B3E-8EF6-C79DF783FBB7}">
                  <a16:creationId xmlns:a16="http://schemas.microsoft.com/office/drawing/2010/main" id="{79430041-585F-4B56-9C18-9043BE6E61F3}"/>
                </a:ext>
              </a:extLst>
            </p:cNvPr>
            <p:cNvSpPr txBox="1"/>
            <p:nvPr/>
          </p:nvSpPr>
          <p:spPr>
            <a:xfrm rot="0">
              <a:off x="6809536" y="2318451"/>
              <a:ext cx="2153265" cy="369332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Thưởng 2.</a:t>
              </a:r>
              <a:r>
                <a:rPr b="1" dirty="0" lang="en-US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8</a:t>
              </a:r>
              <a:r>
                <a:rPr b="1" dirty="0" lang="vi-VN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 </a:t>
              </a:r>
              <a:r>
                <a:rPr b="1" dirty="0" lang="vi-VN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triệu</a:t>
              </a:r>
              <a:endParaRPr b="1" dirty="0" lang="vi-VN">
                <a:solidFill>
                  <a:schemeClr val="accent6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4" name="TextBox 15">
              <a:extLst>
                <a:ext uri="{101ACAF5-6C34-4B3A-916C-03CF4E169C53}">
                  <a16:creationId xmlns:a16="http://schemas.microsoft.com/office/drawing/2010/main" id="{C281678D-542A-41CD-BC0B-3F53BD65B2F9}"/>
                </a:ext>
              </a:extLst>
            </p:cNvPr>
            <p:cNvSpPr txBox="1"/>
            <p:nvPr/>
          </p:nvSpPr>
          <p:spPr>
            <a:xfrm rot="0">
              <a:off x="4716341" y="2180024"/>
              <a:ext cx="2029968" cy="369331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Thưởng </a:t>
              </a:r>
              <a:r>
                <a:rPr b="1" dirty="0" lang="en-US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2</a:t>
              </a:r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.2</a:t>
              </a:r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 </a:t>
              </a:r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triệu</a:t>
              </a:r>
              <a:endParaRPr b="1" dirty="0" lang="vi-VN">
                <a:solidFill>
                  <a:schemeClr val="accent2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5" name="Rectangle 4">
              <a:extLst>
                <a:ext uri="{74A07FDA-1AA7-4F4E-8AF7-B96CFC0ED7D1}">
                  <a16:creationId xmlns:a16="http://schemas.microsoft.com/office/drawing/2010/main" id="{5FBB124C-8F80-4FFC-B39B-CD1C5BBDCABB}"/>
                </a:ext>
              </a:extLst>
            </p:cNvPr>
            <p:cNvSpPr/>
            <p:nvPr/>
          </p:nvSpPr>
          <p:spPr>
            <a:xfrm rot="0">
              <a:off x="9038063" y="835199"/>
              <a:ext cx="2329072" cy="1572339"/>
            </a:xfrm>
            <a:prstGeom prst="rect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>
                  <a:latin typeface="Times New Roman"/>
                </a:rPr>
                <a:t>CK &gt;= 3M4</a:t>
              </a:r>
            </a:p>
            <a:p>
              <a:pPr algn="ctr"/>
              <a:r>
                <a:rPr b="1" dirty="0" lang="en-US">
                  <a:latin typeface="Times New Roman"/>
                </a:rPr>
                <a:t>Combo liều &gt;= 900K</a:t>
              </a:r>
              <a:endParaRPr b="1" dirty="0" lang="en-US">
                <a:latin typeface="Times New Roman"/>
              </a:endParaRPr>
            </a:p>
          </p:txBody>
        </p:sp>
      </p:grpSp>
      <p:sp>
        <p:nvSpPr>
          <p:cNvPr id="16" name="Rectangle 8">
            <a:extLst>
              <a:ext uri="{4D8F364B-362F-4D25-922C-291A0A1DB916}">
                <a16:creationId xmlns:a16="http://schemas.microsoft.com/office/drawing/2010/main" id="{896FA6A6-CB77-44C1-9824-4A2BDBE3729B}"/>
              </a:ext>
            </a:extLst>
          </p:cNvPr>
          <p:cNvSpPr/>
          <p:nvPr/>
        </p:nvSpPr>
        <p:spPr>
          <a:xfrm rot="0">
            <a:off x="982541" y="2968647"/>
            <a:ext cx="9950247" cy="669749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b="1" dirty="0" lang="en-US" sz="1500">
                <a:solidFill>
                  <a:schemeClr val="tx1"/>
                </a:solidFill>
                <a:latin typeface="Times New Roman"/>
              </a:rPr>
              <a:t>Lưu ý: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Nhóm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CK,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bao gồm doanh thu nhóm mã hàng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Chiết khấu,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(không ghi nhận doanh thu các mã LL)</a:t>
            </a:r>
            <a:endParaRPr dirty="0" lang="en-US" sz="150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17" name="Rectangle 2">
            <a:extLst>
              <a:ext uri="{A999F705-1283-4528-9EDE-345AA7AEDA6E}">
                <a16:creationId xmlns:a16="http://schemas.microsoft.com/office/drawing/2010/main" id="{DF331915-6874-4E4A-9E06-748775DF2B2F}"/>
              </a:ext>
            </a:extLst>
          </p:cNvPr>
          <p:cNvSpPr/>
          <p:nvPr/>
        </p:nvSpPr>
        <p:spPr>
          <a:xfrm rot="0">
            <a:off x="2609450" y="884205"/>
            <a:ext cx="1988686" cy="1184243"/>
          </a:xfrm>
          <a:prstGeom prst="rect">
            <a:avLst/>
          </a:prstGeom>
          <a:solidFill>
            <a:schemeClr val="accent6"/>
          </a:solidFill>
          <a:ln cap="flat" w="9525">
            <a:solidFill>
              <a:srgbClr val="377a1f"/>
            </a:solidFill>
            <a:prstDash val="solid"/>
            <a:miter lim="800000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1" dirty="0" lang="en-US" sz="1600">
                <a:latin typeface="Times New Roman"/>
              </a:rPr>
              <a:t>CK &gt;= 2M5</a:t>
            </a:r>
          </a:p>
          <a:p>
            <a:pPr algn="ctr"/>
            <a:r>
              <a:rPr b="1" dirty="0" lang="en-US" sz="1600">
                <a:latin typeface="Times New Roman"/>
              </a:rPr>
              <a:t>Combo liều &gt;= 520K</a:t>
            </a:r>
            <a:endParaRPr b="1" dirty="0" lang="en-US" sz="1600">
              <a:latin typeface="Times New Roman"/>
            </a:endParaRPr>
          </a:p>
        </p:txBody>
      </p:sp>
      <p:sp>
        <p:nvSpPr>
          <p:cNvPr id="18" name="TextBox 9">
            <a:extLst>
              <a:ext uri="{4BA06C59-3407-4959-A9F1-135779C57012}">
                <a16:creationId xmlns:a16="http://schemas.microsoft.com/office/drawing/2010/main" id="{96F4AFF7-D744-4BEE-80E2-D4F9F5DD6837}"/>
              </a:ext>
            </a:extLst>
          </p:cNvPr>
          <p:cNvSpPr txBox="1"/>
          <p:nvPr/>
        </p:nvSpPr>
        <p:spPr>
          <a:xfrm rot="0">
            <a:off x="2524258" y="2100081"/>
            <a:ext cx="2159079" cy="365693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/>
            <a:r>
              <a:rPr b="1" dirty="0" lang="vi-VN">
                <a:solidFill>
                  <a:schemeClr val="accent6"/>
                </a:solidFill>
                <a:latin typeface="Times New Roman"/>
              </a:rPr>
              <a:t>Thưởng 1</a:t>
            </a:r>
            <a:r>
              <a:rPr b="1" dirty="0" lang="en-US">
                <a:solidFill>
                  <a:schemeClr val="accent6"/>
                </a:solidFill>
                <a:latin typeface="Times New Roman"/>
              </a:rPr>
              <a:t>.6</a:t>
            </a:r>
            <a:r>
              <a:rPr b="1" dirty="0" lang="vi-VN">
                <a:solidFill>
                  <a:schemeClr val="accent6"/>
                </a:solidFill>
                <a:latin typeface="Times New Roman"/>
              </a:rPr>
              <a:t> </a:t>
            </a:r>
            <a:r>
              <a:rPr b="1" dirty="0" lang="vi-VN">
                <a:solidFill>
                  <a:schemeClr val="accent6"/>
                </a:solidFill>
                <a:latin typeface="Times New Roman"/>
              </a:rPr>
              <a:t>triệu</a:t>
            </a:r>
            <a:endParaRPr b="1" dirty="0" lang="vi-VN">
              <a:solidFill>
                <a:schemeClr val="accent6"/>
              </a:solidFill>
              <a:latin typeface="Times New Roman"/>
            </a:endParaRPr>
          </a:p>
        </p:txBody>
      </p:sp>
    </p:spTree>
    <p:extLst>
      <p:ext uri="{4304007D-8AB0-4DF5-BF8A-75A1511AA2F7}">
        <p14:creationId xmlns:p14="http://schemas.microsoft.com/office/powerpoint/2010/main" val="1786171456963"/>
      </p:ext>
    </p:extLst>
  </p:cSld>
  <p:clrMapOvr>
    <a:masterClrMapping/>
  </p:clrMapOvr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2026-07-30T23:56:30Z</dcterms:created>
  <dcterms:modified xsi:type="dcterms:W3CDTF">2026-08-03T05:03:01Z</dcterms:modified>
</cp:coreProperties>
</file>