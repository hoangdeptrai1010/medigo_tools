
<file path=[Content_Types].xml><?xml version="1.0" encoding="utf-8"?>
<Types xmlns="http://schemas.openxmlformats.org/package/2006/content-types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theme+xml" PartName="/ppt/theme/theme1.xml"/>
  <Override ContentType="application/vnd.openxmlformats-officedocument.presentationml.notesMaster+xml" PartName="/ppt/notesMasters/notesMaster1.xml"/>
  <Override ContentType="application/vnd.openxmlformats-officedocument.theme+xml" PartName="/ppt/theme/theme2.xml"/>
  <Override ContentType="application/vnd.openxmlformats-officedocument.presentationml.notesSlide+xml" PartName="/ppt/notesSlides/notesSlide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Default ContentType="image/png" Extension="png"/>
  <Override ContentType="application/vnd.openxmlformats-officedocument.presentationml.presentation.main+xml" PartName="/ppt/presentation.xml"/>
  <Default ContentType="application/xml" Extension="xml"/>
  <Default ContentType="application/vnd.openxmlformats-package.relationships+xml" Extension="rels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media/img_cc_black.png" Type="http://schemas.openxmlformats.org/officeDocument/2006/relationships/image"/><Relationship Id="rId2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embedTrueTypeFonts="1" saveSubsetFonts="1">
  <p:sldMasterIdLst>
    <p:sldMasterId id="2147483648" r:id="rId1"/>
  </p:sldMasterIdLst>
  <p:notesMasterIdLst>
    <p:notesMasterId r:id="rId3"/>
  </p:notesMasterIdLst>
  <p:sldIdLst>
    <p:sldId id="256" r:id="rId5"/>
  </p:sldIdLst>
  <p:sldSz cx="12192000" cy="6858000" type="custom"/>
  <p:notesSz cx="12192000" cy="6858000"/>
  <p:embeddedFontLst/>
  <p:custDataLst/>
  <p:defaultTextStyle>
    <a:defPPr>
      <a:defRPr lang="en-US"/>
    </a:defPPr>
    <a:lvl1pPr algn="l" lvl="0" marL="0" rtl="false">
      <a:defRPr dirty="0" lang="en-US" sz="1800">
        <a:solidFill>
          <a:schemeClr val="tx1"/>
        </a:solidFill>
        <a:latin typeface="+mn-lt"/>
      </a:defRPr>
    </a:lvl1pPr>
    <a:lvl2pPr algn="l" lvl="1" marL="457200" rtl="false">
      <a:defRPr dirty="0" lang="en-US" sz="1800">
        <a:solidFill>
          <a:schemeClr val="tx1"/>
        </a:solidFill>
        <a:latin typeface="+mn-lt"/>
      </a:defRPr>
    </a:lvl2pPr>
    <a:lvl3pPr algn="l" lvl="2" marL="914400" rtl="false">
      <a:defRPr dirty="0" lang="en-US" sz="1800">
        <a:solidFill>
          <a:schemeClr val="tx1"/>
        </a:solidFill>
        <a:latin typeface="+mn-lt"/>
      </a:defRPr>
    </a:lvl3pPr>
    <a:lvl4pPr algn="l" lvl="3" marL="1371600" rtl="false">
      <a:defRPr dirty="0" lang="en-US" sz="1800">
        <a:solidFill>
          <a:schemeClr val="tx1"/>
        </a:solidFill>
        <a:latin typeface="+mn-lt"/>
      </a:defRPr>
    </a:lvl4pPr>
    <a:lvl5pPr algn="l" lvl="4" marL="1828800" rtl="false">
      <a:defRPr dirty="0" lang="en-US" sz="1800">
        <a:solidFill>
          <a:schemeClr val="tx1"/>
        </a:solidFill>
        <a:latin typeface="+mn-lt"/>
      </a:defRPr>
    </a:lvl5pPr>
    <a:lvl6pPr algn="l" lvl="5" marL="2286000" rtl="false">
      <a:defRPr dirty="0" lang="en-US" sz="1800">
        <a:solidFill>
          <a:schemeClr val="tx1"/>
        </a:solidFill>
        <a:latin typeface="+mn-lt"/>
      </a:defRPr>
    </a:lvl6pPr>
    <a:lvl7pPr algn="l" lvl="6" marL="2743200" rtl="false">
      <a:defRPr dirty="0" lang="en-US" sz="1800">
        <a:solidFill>
          <a:schemeClr val="tx1"/>
        </a:solidFill>
        <a:latin typeface="+mn-lt"/>
      </a:defRPr>
    </a:lvl7pPr>
    <a:lvl8pPr algn="l" lvl="7" marL="3200400" rtl="false">
      <a:defRPr dirty="0" lang="en-US" sz="1800">
        <a:solidFill>
          <a:schemeClr val="tx1"/>
        </a:solidFill>
        <a:latin typeface="+mn-lt"/>
      </a:defRPr>
    </a:lvl8pPr>
    <a:lvl9pPr algn="l" lvl="8" marL="3657600" rtl="false">
      <a:defRPr dirty="0" lang="en-US" sz="18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showPr showNarration="1">
    <p:sldAll/>
  </p:showPr>
</p:presentationPr>
</file>

<file path=ppt/tableStyles.xml><?xml version="1.0" encoding="utf-8"?>
<a:tblStyleLst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def="{5C22544A-7EE6-4342-B048-85BDC9FD1C3A}"/>
</file>

<file path=ppt/viewProps.xml><?xml version="1.0" encoding="utf-8"?>
<p:view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normalViewPr showOutlineIcons="false">
    <p:restoredLeft sz="15620"/>
    <p:restoredTop sz="94660"/>
  </p:normalViewPr>
  <p:slideViewPr>
    <p:cSldViewPr>
      <p:cViewPr varScale="true">
        <p:scale>
          <a:sx d="100" n="73"/>
          <a:sy d="100" n="73"/>
        </p:scale>
        <p:origin x="-1110" y="-102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8028800" cy="780288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theme/theme1.xml" Type="http://schemas.openxmlformats.org/officeDocument/2006/relationships/theme"/><Relationship Id="rId3" Target="notesMasters/notesMaster1.xml" Type="http://schemas.openxmlformats.org/officeDocument/2006/relationships/notesMaster"/><Relationship Id="rId4" Target="theme/theme2.xml" Type="http://schemas.openxmlformats.org/officeDocument/2006/relationships/theme"/><Relationship Id="rId5" Target="slides/slide1.xml" Type="http://schemas.openxmlformats.org/officeDocument/2006/relationships/slide"/><Relationship Id="rId6" Target="notesSlides/notesSlide1.xml" Type="http://schemas.openxmlformats.org/officeDocument/2006/relationships/notesSlide"/><Relationship Id="rId7" Target="tableStyles.xml" Type="http://schemas.openxmlformats.org/officeDocument/2006/relationships/tableStyles"/><Relationship Id="rId8" Target="presProps.xml" Type="http://schemas.openxmlformats.org/officeDocument/2006/relationships/presProps"/><Relationship Id="rId9" Target="viewProps.xml" Type="http://schemas.openxmlformats.org/officeDocument/2006/relationships/viewProps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sz="quarter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idx="1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4/4/17</a:t>
            </a:fld>
            <a:endParaRPr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idx="3" sz="quarter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bIns="45720" lIns="91440" rIns="91440" rtlCol="0" tIns="45720" vert="horz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4" sz="quarter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5" sz="quarter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accent1="accent1" accent2="accent2" accent3="accent3" accent4="accent4" accent5="accent5" accent6="accent6" bg1="lt1" bg2="lt2" folHlink="folHlink" hlink="hlink" tx1="dk1" tx2="dk2"/>
  <p:notesStyle>
    <a:lvl1pPr algn="l" defTabSz="914400" eaLnBrk="1" hangingPunct="1" latinLnBrk="0" marL="0" rtl="0">
      <a:defRPr kern="1200" sz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200">
        <a:solidFill>
          <a:schemeClr val="tx1"/>
        </a:solidFill>
        <a:latin typeface="+mn-lt"/>
        <a:ea typeface="+mn-ea"/>
        <a:cs typeface="+mn-cs"/>
      </a:defRPr>
    </a:lvl9pPr>
  </p:notesStyle>
</p:notesMaster>
<!-- $Id$ --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1"/>
          <p:cNvSpPr>
            <a:spLocks noChangeArrowheads="1" noGrp="1"/>
          </p:cNvSpPr>
          <p:nvPr>
            <p:ph idx="1" type="body"/>
          </p:nvPr>
        </p:nvSpPr>
        <p:spPr>
          <a:noFill/>
          <a:ln/>
        </p:spPr>
        <p:txBody>
          <a:bodyPr rtlCol="0"/>
          <a:lstStyle/>
          <a:p>
            <a:pPr/>
            <a:r>
              <a:rPr dirty="0" lang="en-US"/>
              <a:t/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20229577-68F6-4F1B-AC91-F5F2F951BDDF}">
                <a16:creationId xmlns:a16="http://schemas.microsoft.com/office/drawing/2010/main" id="{B25B8DD7-8709-44CE-8C37-2D46228FABF6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524000" y="1122363"/>
            <a:ext cx="9144000" cy="2387600"/>
          </a:xfrm>
        </p:spPr>
        <p:txBody>
          <a:bodyPr anchor="b" rtlCol="0"/>
          <a:lstStyle>
            <a:lvl1pPr algn="ctr" lvl="0">
              <a:defRPr dirty="0" lang="en-US" sz="60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Subtitle 2">
            <a:extLst>
              <a:ext uri="{E5F73624-9A85-4DB7-BDA8-206ADA54935F}">
                <a16:creationId xmlns:a16="http://schemas.microsoft.com/office/drawing/2010/main" id="{3C70E5EC-7E31-46D9-9B67-CEA0F74C6B9D}"/>
              </a:ext>
            </a:extLst>
          </p:cNvPr>
          <p:cNvSpPr>
            <a:spLocks noGrp="true"/>
          </p:cNvSpPr>
          <p:nvPr>
            <p:ph idx="1" type="subTitle"/>
          </p:nvPr>
        </p:nvSpPr>
        <p:spPr>
          <a:xfrm rot="0">
            <a:off x="1524000" y="3602038"/>
            <a:ext cx="9144000" cy="1655762"/>
          </a:xfrm>
        </p:spPr>
        <p:txBody>
          <a:bodyPr rtlCol="0"/>
          <a:lstStyle>
            <a:lvl1pPr algn="ctr" indent="0" lvl="0" marL="0">
              <a:buNone/>
              <a:defRPr dirty="0" lang="en-US" sz="2400"/>
            </a:lvl1pPr>
            <a:lvl2pPr algn="ctr" indent="0" lvl="1" marL="457200">
              <a:buNone/>
              <a:defRPr dirty="0" lang="en-US" sz="2000"/>
            </a:lvl2pPr>
            <a:lvl3pPr algn="ctr" indent="0" lvl="2" marL="914400">
              <a:buNone/>
              <a:defRPr dirty="0" lang="en-US" sz="1800"/>
            </a:lvl3pPr>
            <a:lvl4pPr algn="ctr" indent="0" lvl="3" marL="1371600">
              <a:buNone/>
              <a:defRPr dirty="0" lang="en-US" sz="1600"/>
            </a:lvl4pPr>
            <a:lvl5pPr algn="ctr" indent="0" lvl="4" marL="1828800">
              <a:buNone/>
              <a:defRPr dirty="0" lang="en-US" sz="1600"/>
            </a:lvl5pPr>
            <a:lvl6pPr algn="ctr" indent="0" lvl="5" marL="2286000">
              <a:buNone/>
              <a:defRPr dirty="0" lang="en-US" sz="1600"/>
            </a:lvl6pPr>
            <a:lvl7pPr algn="ctr" indent="0" lvl="6" marL="2743200">
              <a:buNone/>
              <a:defRPr dirty="0" lang="en-US" sz="1600"/>
            </a:lvl7pPr>
            <a:lvl8pPr algn="ctr" indent="0" lvl="7" marL="3200400">
              <a:buNone/>
              <a:defRPr dirty="0" lang="en-US" sz="1600"/>
            </a:lvl8pPr>
            <a:lvl9pPr algn="ctr" indent="0" lvl="8" marL="3657600">
              <a:buNone/>
              <a:defRPr dirty="0" lang="en-US" sz="1600"/>
            </a:lvl9pPr>
          </a:lstStyle>
          <a:p>
            <a:pPr/>
            <a:r>
              <a:rPr dirty="0" lang="en-US"/>
              <a:t>Click to edit Master subtitle style</a:t>
            </a:r>
            <a:endParaRPr dirty="0" lang="en-US"/>
          </a:p>
        </p:txBody>
      </p:sp>
      <p:sp>
        <p:nvSpPr>
          <p:cNvPr id="4" name="Date Placeholder 3">
            <a:extLst>
              <a:ext uri="{1723CE6D-6073-480F-AF76-C55E2A0F1AF0}">
                <a16:creationId xmlns:a16="http://schemas.microsoft.com/office/drawing/2010/main" id="{0EBD165D-8D8A-475F-9EE6-231DED96C84A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C51E81A4-8E83-419B-98CC-2C934CA38EBD}" type="datetime1">
              <a:t>8/7/2026</a:t>
            </a:fld>
            <a:endParaRPr dirty="0" lang="en-US"/>
          </a:p>
        </p:txBody>
      </p:sp>
      <p:sp>
        <p:nvSpPr>
          <p:cNvPr id="5" name="Footer Placeholder 4">
            <a:extLst>
              <a:ext uri="{F8782D70-612F-4451-BADE-6E3BF5D8EAA8}">
                <a16:creationId xmlns:a16="http://schemas.microsoft.com/office/drawing/2010/main" id="{1B160321-255D-489C-B08A-3E7758CAF5D2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B03968CA-A282-441C-A7BB-18552A2CC151}">
                <a16:creationId xmlns:a16="http://schemas.microsoft.com/office/drawing/2010/main" id="{C29AE8DB-BD25-42FC-B3B1-5A4823F15E34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921E3C3F-907F-4C4D-921F-57DA0D3CD527}" type="slidenum"/>
            <a:endParaRPr dirty="0" lang="en-US"/>
          </a:p>
        </p:txBody>
      </p:sp>
    </p:spTree>
    <p:extLst>
      <p:ext uri="{B6EA336A-7B0C-479C-988B-3B3373EB1835}">
        <p14:creationId xmlns:p14="http://schemas.microsoft.com/office/powerpoint/2010/main" val="1786171456962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DAA89D6E-042B-4B5F-A8FA-62EDACA5D465}">
                <a16:creationId xmlns:a16="http://schemas.microsoft.com/office/drawing/2010/main" id="{4064F363-C324-48E2-B7B3-2C53EBB9002A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Content Placeholder 2">
            <a:extLst>
              <a:ext uri="{A98BDDAC-D029-4D7F-BE32-3A4BBD975C93}">
                <a16:creationId xmlns:a16="http://schemas.microsoft.com/office/drawing/2010/main" id="{F56F1420-0D4F-46B4-971B-D07582CC1675}"/>
              </a:ext>
            </a:extLst>
          </p:cNvPr>
          <p:cNvSpPr>
            <a:spLocks noGrp="true"/>
          </p:cNvSpPr>
          <p:nvPr>
            <p:ph idx="1"/>
          </p:nvPr>
        </p:nvSpPr>
        <p:spPr/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Date Placeholder 3">
            <a:extLst>
              <a:ext uri="{4CBBB280-EE13-4198-975A-11C202BC8846}">
                <a16:creationId xmlns:a16="http://schemas.microsoft.com/office/drawing/2010/main" id="{790E70D7-5631-4A78-A8C6-262EF5574C8D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AB1E4FBF-CA98-4337-90B8-F8BE28C5657D}" type="datetime1">
              <a:t>8/7/2026</a:t>
            </a:fld>
            <a:endParaRPr dirty="0" lang="en-US"/>
          </a:p>
        </p:txBody>
      </p:sp>
      <p:sp>
        <p:nvSpPr>
          <p:cNvPr id="5" name="Footer Placeholder 4">
            <a:extLst>
              <a:ext uri="{9DB37165-CD13-4A71-9FFA-AD24E7C6C4AB}">
                <a16:creationId xmlns:a16="http://schemas.microsoft.com/office/drawing/2010/main" id="{F0E663C8-BCF9-40EE-8B52-415DCC8C2680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B6DEFA7D-26EC-4054-8054-96017A47B171}">
                <a16:creationId xmlns:a16="http://schemas.microsoft.com/office/drawing/2010/main" id="{8486482A-5BDE-4943-BC3D-B03CF73F3448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8BC71F4F-C3D1-4BE5-8892-560020602BE2}" type="slidenum"/>
            <a:endParaRPr dirty="0" lang="en-US"/>
          </a:p>
        </p:txBody>
      </p:sp>
    </p:spTree>
    <p:extLst>
      <p:ext uri="{46230F4B-E4E9-456E-B077-C6CC8D21B9EF}">
        <p14:creationId xmlns:p14="http://schemas.microsoft.com/office/powerpoint/2010/main" val="1786171456963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B9015079-6E1A-4A4F-9EDC-189AF46FD0F0}">
                <a16:creationId xmlns:a16="http://schemas.microsoft.com/office/drawing/2010/main" id="{397F3464-0B15-4A23-A437-D9AE5685BF46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831849" y="1709738"/>
            <a:ext cx="10515600" cy="2852737"/>
          </a:xfrm>
        </p:spPr>
        <p:txBody>
          <a:bodyPr anchor="b" rtlCol="0"/>
          <a:lstStyle>
            <a:lvl1pPr lvl="0">
              <a:defRPr dirty="0" lang="en-US" sz="60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2">
            <a:extLst>
              <a:ext uri="{473C9C61-EB48-4B6E-99D6-EDC5822570C7}">
                <a16:creationId xmlns:a16="http://schemas.microsoft.com/office/drawing/2010/main" id="{56871DCD-8C7F-4BAA-B6E1-F4DEF3141B2D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831849" y="4589463"/>
            <a:ext cx="10515600" cy="1500187"/>
          </a:xfrm>
        </p:spPr>
        <p:txBody>
          <a:bodyPr rtlCol="0"/>
          <a:lstStyle>
            <a:lvl1pPr indent="0" lvl="0" marL="0">
              <a:buNone/>
              <a:defRPr dirty="0" lang="en-US" sz="2400">
                <a:solidFill>
                  <a:schemeClr val="tx1">
                    <a:tint val="82000"/>
                  </a:schemeClr>
                </a:solidFill>
              </a:defRPr>
            </a:lvl1pPr>
            <a:lvl2pPr indent="0" lvl="1" marL="457200">
              <a:buNone/>
              <a:defRPr dirty="0" lang="en-US" sz="2000">
                <a:solidFill>
                  <a:schemeClr val="tx1">
                    <a:tint val="82000"/>
                  </a:schemeClr>
                </a:solidFill>
              </a:defRPr>
            </a:lvl2pPr>
            <a:lvl3pPr indent="0" lvl="2" marL="914400">
              <a:buNone/>
              <a:defRPr dirty="0" lang="en-US" sz="1800">
                <a:solidFill>
                  <a:schemeClr val="tx1">
                    <a:tint val="82000"/>
                  </a:schemeClr>
                </a:solidFill>
              </a:defRPr>
            </a:lvl3pPr>
            <a:lvl4pPr indent="0" lvl="3" marL="1371600">
              <a:buNone/>
              <a:defRPr dirty="0" lang="en-US" sz="1600">
                <a:solidFill>
                  <a:schemeClr val="tx1">
                    <a:tint val="82000"/>
                  </a:schemeClr>
                </a:solidFill>
              </a:defRPr>
            </a:lvl4pPr>
            <a:lvl5pPr indent="0" lvl="4" marL="1828800">
              <a:buNone/>
              <a:defRPr dirty="0" lang="en-US" sz="1600">
                <a:solidFill>
                  <a:schemeClr val="tx1">
                    <a:tint val="82000"/>
                  </a:schemeClr>
                </a:solidFill>
              </a:defRPr>
            </a:lvl5pPr>
            <a:lvl6pPr indent="0" lvl="5" marL="2286000">
              <a:buNone/>
              <a:defRPr dirty="0" lang="en-US" sz="1600">
                <a:solidFill>
                  <a:schemeClr val="tx1">
                    <a:tint val="82000"/>
                  </a:schemeClr>
                </a:solidFill>
              </a:defRPr>
            </a:lvl6pPr>
            <a:lvl7pPr indent="0" lvl="6" marL="2743200">
              <a:buNone/>
              <a:defRPr dirty="0" lang="en-US" sz="1600">
                <a:solidFill>
                  <a:schemeClr val="tx1">
                    <a:tint val="82000"/>
                  </a:schemeClr>
                </a:solidFill>
              </a:defRPr>
            </a:lvl7pPr>
            <a:lvl8pPr indent="0" lvl="7" marL="3200400">
              <a:buNone/>
              <a:defRPr dirty="0" lang="en-US" sz="1600">
                <a:solidFill>
                  <a:schemeClr val="tx1">
                    <a:tint val="82000"/>
                  </a:schemeClr>
                </a:solidFill>
              </a:defRPr>
            </a:lvl8pPr>
            <a:lvl9pPr indent="0" lvl="8" marL="3657600">
              <a:buNone/>
              <a:defRPr dirty="0" lang="en-US"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Date Placeholder 3">
            <a:extLst>
              <a:ext uri="{08073A6D-CB89-40C9-857A-4838F35BAB2E}">
                <a16:creationId xmlns:a16="http://schemas.microsoft.com/office/drawing/2010/main" id="{EDCFA118-3D6E-4BFD-9034-357A0577AC24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044929A0-4D55-4080-995B-992B533D86D6}" type="datetime1">
              <a:t>8/7/2026</a:t>
            </a:fld>
            <a:endParaRPr dirty="0" lang="en-US"/>
          </a:p>
        </p:txBody>
      </p:sp>
      <p:sp>
        <p:nvSpPr>
          <p:cNvPr id="5" name="Footer Placeholder 4">
            <a:extLst>
              <a:ext uri="{6E4EE432-C39E-4BFB-B770-44255F070B0D}">
                <a16:creationId xmlns:a16="http://schemas.microsoft.com/office/drawing/2010/main" id="{76A9C8F9-9B76-42B8-87FD-0CECC4A00820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F7A718AD-BA48-461C-8591-CC9620168694}">
                <a16:creationId xmlns:a16="http://schemas.microsoft.com/office/drawing/2010/main" id="{676B391E-D432-42A4-BB54-6ACBDBEA75D6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9FEE39A1-DB94-4D30-89CB-FD8ED9F3686F}" type="slidenum"/>
            <a:endParaRPr dirty="0" lang="en-US"/>
          </a:p>
        </p:txBody>
      </p:sp>
    </p:spTree>
    <p:extLst>
      <p:ext uri="{2D2F619E-BC97-49AE-A399-432FFAEBA8EE}">
        <p14:creationId xmlns:p14="http://schemas.microsoft.com/office/powerpoint/2010/main" val="1786171456964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2FDFB7E8-1941-46DF-9A90-6C71095D3E3C}">
                <a16:creationId xmlns:a16="http://schemas.microsoft.com/office/drawing/2010/main" id="{C97E045C-A164-4A1F-9163-20494FCFCCE0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Content Placeholder 2">
            <a:extLst>
              <a:ext uri="{5CC6D91D-E9C5-4097-BEA5-F696BBFCB31B}">
                <a16:creationId xmlns:a16="http://schemas.microsoft.com/office/drawing/2010/main" id="{C7AD17C0-43A9-4721-8AE2-293BD43C361D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838200" y="1825625"/>
            <a:ext cx="5181600" cy="4351338"/>
          </a:xfrm>
        </p:spPr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Content Placeholder 3">
            <a:extLst>
              <a:ext uri="{5F5DC56F-A579-4974-9444-8F195969F815}">
                <a16:creationId xmlns:a16="http://schemas.microsoft.com/office/drawing/2010/main" id="{6DCE4DBC-8830-4AA3-A133-3F62C78D96E3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6172200" y="1825625"/>
            <a:ext cx="5181600" cy="4351338"/>
          </a:xfrm>
        </p:spPr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Date Placeholder 4">
            <a:extLst>
              <a:ext uri="{C45AC3F7-FB88-4A32-BEF8-D7F81D3524DC}">
                <a16:creationId xmlns:a16="http://schemas.microsoft.com/office/drawing/2010/main" id="{88519CBB-0853-4472-BB6B-5AC3F8F978AB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578412AC-89B1-4C96-A9EB-95636A7BC65B}" type="datetime1">
              <a:t>8/7/2026</a:t>
            </a:fld>
            <a:endParaRPr dirty="0" lang="en-US"/>
          </a:p>
        </p:txBody>
      </p:sp>
      <p:sp>
        <p:nvSpPr>
          <p:cNvPr id="6" name="Footer Placeholder 5">
            <a:extLst>
              <a:ext uri="{59D36AE0-CF34-498E-8E57-66E76A5A33FD}">
                <a16:creationId xmlns:a16="http://schemas.microsoft.com/office/drawing/2010/main" id="{C1A4BB95-D298-4E52-A42D-DD8B01569429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7" name="Slide Number Placeholder 6">
            <a:extLst>
              <a:ext uri="{9C932212-E991-4D13-82F0-C1C0D41DCB42}">
                <a16:creationId xmlns:a16="http://schemas.microsoft.com/office/drawing/2010/main" id="{3C6FD70C-B3EE-412F-B4F7-3E1C8F494DF5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B7CFAFC8-A1DF-4BFB-880F-D0A2AD9B49DF}" type="slidenum"/>
            <a:endParaRPr dirty="0" lang="en-US"/>
          </a:p>
        </p:txBody>
      </p:sp>
    </p:spTree>
    <p:extLst>
      <p:ext uri="{C1DFBF43-8049-4A92-8760-D1BBFF0E332A}">
        <p14:creationId xmlns:p14="http://schemas.microsoft.com/office/powerpoint/2010/main" val="1786171456964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6372A201-F36D-4F5B-814E-C20A61F6D2E1}">
                <a16:creationId xmlns:a16="http://schemas.microsoft.com/office/drawing/2010/main" id="{81FF8D6A-7797-465B-97AD-84BF6EAD9D9E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839788" y="365125"/>
            <a:ext cx="10515600" cy="1325563"/>
          </a:xfrm>
        </p:spPr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2">
            <a:extLst>
              <a:ext uri="{72087B3B-5349-480E-AFE6-944BF378EFEA}">
                <a16:creationId xmlns:a16="http://schemas.microsoft.com/office/drawing/2010/main" id="{186BD67A-FE52-4B20-8346-90E76D56C0AF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839788" y="1681163"/>
            <a:ext cx="5157787" cy="823912"/>
          </a:xfrm>
        </p:spPr>
        <p:txBody>
          <a:bodyPr anchor="b" rtlCol="0"/>
          <a:lstStyle>
            <a:lvl1pPr indent="0" lvl="0" marL="0">
              <a:buNone/>
              <a:defRPr b="1" dirty="0" lang="en-US" sz="2400">
                <a:latin typeface="+mn-lt"/>
              </a:defRPr>
            </a:lvl1pPr>
            <a:lvl2pPr indent="0" lvl="1" marL="457200">
              <a:buNone/>
              <a:defRPr b="1" dirty="0" lang="en-US" sz="2000">
                <a:latin typeface="+mn-lt"/>
              </a:defRPr>
            </a:lvl2pPr>
            <a:lvl3pPr indent="0" lvl="2" marL="914400">
              <a:buNone/>
              <a:defRPr b="1" dirty="0" lang="en-US" sz="1800">
                <a:latin typeface="+mn-lt"/>
              </a:defRPr>
            </a:lvl3pPr>
            <a:lvl4pPr indent="0" lvl="3" marL="1371600">
              <a:buNone/>
              <a:defRPr b="1" dirty="0" lang="en-US" sz="1600">
                <a:latin typeface="+mn-lt"/>
              </a:defRPr>
            </a:lvl4pPr>
            <a:lvl5pPr indent="0" lvl="4" marL="1828800">
              <a:buNone/>
              <a:defRPr b="1" dirty="0" lang="en-US" sz="1600">
                <a:latin typeface="+mn-lt"/>
              </a:defRPr>
            </a:lvl5pPr>
            <a:lvl6pPr indent="0" lvl="5" marL="2286000">
              <a:buNone/>
              <a:defRPr b="1" dirty="0" lang="en-US" sz="1600">
                <a:latin typeface="+mn-lt"/>
              </a:defRPr>
            </a:lvl6pPr>
            <a:lvl7pPr indent="0" lvl="6" marL="2743200">
              <a:buNone/>
              <a:defRPr b="1" dirty="0" lang="en-US" sz="1600">
                <a:latin typeface="+mn-lt"/>
              </a:defRPr>
            </a:lvl7pPr>
            <a:lvl8pPr indent="0" lvl="7" marL="3200400">
              <a:buNone/>
              <a:defRPr b="1" dirty="0" lang="en-US" sz="1600">
                <a:latin typeface="+mn-lt"/>
              </a:defRPr>
            </a:lvl8pPr>
            <a:lvl9pPr indent="0" lvl="8" marL="3657600">
              <a:buNone/>
              <a:defRPr b="1" dirty="0" lang="en-US" sz="1600">
                <a:latin typeface="+mn-lt"/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Content Placeholder 3">
            <a:extLst>
              <a:ext uri="{2DC63AF4-BD1A-4121-99AB-A15015F6148D}">
                <a16:creationId xmlns:a16="http://schemas.microsoft.com/office/drawing/2010/main" id="{E310E3D4-B249-4646-B5CF-ACDA8CF4C454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839788" y="2505075"/>
            <a:ext cx="5157787" cy="3684588"/>
          </a:xfrm>
        </p:spPr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Text Placeholder 4">
            <a:extLst>
              <a:ext uri="{62977190-43E4-4814-B692-791DF6374E16}">
                <a16:creationId xmlns:a16="http://schemas.microsoft.com/office/drawing/2010/main" id="{79D30485-EFFA-4FC9-8A59-628D2EC4F3E2}"/>
              </a:ext>
            </a:extLst>
          </p:cNvPr>
          <p:cNvSpPr>
            <a:spLocks noGrp="true"/>
          </p:cNvSpPr>
          <p:nvPr>
            <p:ph idx="3" type="body"/>
          </p:nvPr>
        </p:nvSpPr>
        <p:spPr>
          <a:xfrm rot="0">
            <a:off x="6172200" y="1681163"/>
            <a:ext cx="5183187" cy="823912"/>
          </a:xfrm>
        </p:spPr>
        <p:txBody>
          <a:bodyPr anchor="b" rtlCol="0"/>
          <a:lstStyle>
            <a:lvl1pPr indent="0" lvl="0" marL="0">
              <a:buNone/>
              <a:defRPr b="1" dirty="0" lang="en-US" sz="2400">
                <a:latin typeface="+mn-lt"/>
              </a:defRPr>
            </a:lvl1pPr>
            <a:lvl2pPr indent="0" lvl="1" marL="457200">
              <a:buNone/>
              <a:defRPr b="1" dirty="0" lang="en-US" sz="2000">
                <a:latin typeface="+mn-lt"/>
              </a:defRPr>
            </a:lvl2pPr>
            <a:lvl3pPr indent="0" lvl="2" marL="914400">
              <a:buNone/>
              <a:defRPr b="1" dirty="0" lang="en-US" sz="1800">
                <a:latin typeface="+mn-lt"/>
              </a:defRPr>
            </a:lvl3pPr>
            <a:lvl4pPr indent="0" lvl="3" marL="1371600">
              <a:buNone/>
              <a:defRPr b="1" dirty="0" lang="en-US" sz="1600">
                <a:latin typeface="+mn-lt"/>
              </a:defRPr>
            </a:lvl4pPr>
            <a:lvl5pPr indent="0" lvl="4" marL="1828800">
              <a:buNone/>
              <a:defRPr b="1" dirty="0" lang="en-US" sz="1600">
                <a:latin typeface="+mn-lt"/>
              </a:defRPr>
            </a:lvl5pPr>
            <a:lvl6pPr indent="0" lvl="5" marL="2286000">
              <a:buNone/>
              <a:defRPr b="1" dirty="0" lang="en-US" sz="1600">
                <a:latin typeface="+mn-lt"/>
              </a:defRPr>
            </a:lvl6pPr>
            <a:lvl7pPr indent="0" lvl="6" marL="2743200">
              <a:buNone/>
              <a:defRPr b="1" dirty="0" lang="en-US" sz="1600">
                <a:latin typeface="+mn-lt"/>
              </a:defRPr>
            </a:lvl7pPr>
            <a:lvl8pPr indent="0" lvl="7" marL="3200400">
              <a:buNone/>
              <a:defRPr b="1" dirty="0" lang="en-US" sz="1600">
                <a:latin typeface="+mn-lt"/>
              </a:defRPr>
            </a:lvl8pPr>
            <a:lvl9pPr indent="0" lvl="8" marL="3657600">
              <a:buNone/>
              <a:defRPr b="1" dirty="0" lang="en-US" sz="1600">
                <a:latin typeface="+mn-lt"/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6" name="Content Placeholder 5">
            <a:extLst>
              <a:ext uri="{EA282DF5-C5A5-4A69-8973-9A010E787ACB}">
                <a16:creationId xmlns:a16="http://schemas.microsoft.com/office/drawing/2010/main" id="{D3988C4E-CC7E-48BC-9486-B8B452B5B736}"/>
              </a:ext>
            </a:extLst>
          </p:cNvPr>
          <p:cNvSpPr>
            <a:spLocks noGrp="true"/>
          </p:cNvSpPr>
          <p:nvPr>
            <p:ph idx="4"/>
          </p:nvPr>
        </p:nvSpPr>
        <p:spPr>
          <a:xfrm rot="0">
            <a:off x="6172200" y="2505075"/>
            <a:ext cx="5183187" cy="3684588"/>
          </a:xfrm>
        </p:spPr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7" name="Date Placeholder 6">
            <a:extLst>
              <a:ext uri="{E4C352F1-DB51-4364-960B-533AB1BB4C2C}">
                <a16:creationId xmlns:a16="http://schemas.microsoft.com/office/drawing/2010/main" id="{E3641412-A8BC-4714-9314-8984DF381573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24A9D0B6-8C04-4E29-AEFF-3307FA0125B8}" type="datetime1">
              <a:t>8/7/2026</a:t>
            </a:fld>
            <a:endParaRPr dirty="0" lang="en-US"/>
          </a:p>
        </p:txBody>
      </p:sp>
      <p:sp>
        <p:nvSpPr>
          <p:cNvPr id="8" name="Footer Placeholder 7">
            <a:extLst>
              <a:ext uri="{66427E7E-69B1-49BF-A2F9-882D12B62FEC}">
                <a16:creationId xmlns:a16="http://schemas.microsoft.com/office/drawing/2010/main" id="{3F88418A-8CA2-4A9F-8094-1EFF2B4FC102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9" name="Slide Number Placeholder 8">
            <a:extLst>
              <a:ext uri="{BF97B1FE-953B-4C5E-BA39-17BDEDED5899}">
                <a16:creationId xmlns:a16="http://schemas.microsoft.com/office/drawing/2010/main" id="{F94A76C3-6F10-4031-B476-0DED902838EB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4E6CF37A-C13B-4FA5-BC74-9DF3A331BBAC}" type="slidenum"/>
            <a:endParaRPr dirty="0" lang="en-US"/>
          </a:p>
        </p:txBody>
      </p:sp>
    </p:spTree>
    <p:extLst>
      <p:ext uri="{4A028ECC-48F9-4D3C-9A54-C2BD1568FCEC}">
        <p14:creationId xmlns:p14="http://schemas.microsoft.com/office/powerpoint/2010/main" val="1786171456965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0DBC00E5-FFA7-4887-82DD-047F12D200F9}">
                <a16:creationId xmlns:a16="http://schemas.microsoft.com/office/drawing/2010/main" id="{97B64BE6-1E6A-49E9-A12B-9B884737B7BC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Date Placeholder 2">
            <a:extLst>
              <a:ext uri="{64D8975C-D734-48DF-9B45-1E2D1288B408}">
                <a16:creationId xmlns:a16="http://schemas.microsoft.com/office/drawing/2010/main" id="{BE0FB729-F645-4591-8A36-A1C007A276B2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8AC2F017-66BE-4988-B35A-86B81DF635C7}" type="datetime1">
              <a:t>8/7/2026</a:t>
            </a:fld>
            <a:endParaRPr dirty="0" lang="en-US"/>
          </a:p>
        </p:txBody>
      </p:sp>
      <p:sp>
        <p:nvSpPr>
          <p:cNvPr id="4" name="Footer Placeholder 3">
            <a:extLst>
              <a:ext uri="{41E6D95F-0D5E-48F6-8040-1AB5180C789E}">
                <a16:creationId xmlns:a16="http://schemas.microsoft.com/office/drawing/2010/main" id="{AF69D394-6C90-43C0-A0B1-585D70C9B752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5" name="Slide Number Placeholder 4">
            <a:extLst>
              <a:ext uri="{3CB61C4D-0EEC-48A5-B0F5-2EF818E1CB0D}">
                <a16:creationId xmlns:a16="http://schemas.microsoft.com/office/drawing/2010/main" id="{F622AB8C-1DAB-4F91-97D4-CEACAAFBFC41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04E5E54F-5A56-4245-A26A-E289A65084F7}" type="slidenum"/>
            <a:endParaRPr dirty="0" lang="en-US"/>
          </a:p>
        </p:txBody>
      </p:sp>
    </p:spTree>
    <p:extLst>
      <p:ext uri="{E4FBF091-8325-43FA-B1FE-07385CA8FFA1}">
        <p14:creationId xmlns:p14="http://schemas.microsoft.com/office/powerpoint/2010/main" val="1786171456966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854E46D0-0FA4-472B-B8E6-D37DD9217D79}">
                <a16:creationId xmlns:a16="http://schemas.microsoft.com/office/drawing/2010/main" id="{9DA0F9C9-5F7B-457E-99E2-1631DF24E054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B72D9927-4D74-4408-9AD8-1E056684B392}" type="datetime1">
              <a:t>8/7/2026</a:t>
            </a:fld>
            <a:endParaRPr dirty="0" lang="en-US"/>
          </a:p>
        </p:txBody>
      </p:sp>
      <p:sp>
        <p:nvSpPr>
          <p:cNvPr id="3" name="Footer Placeholder 2">
            <a:extLst>
              <a:ext uri="{A50B3D49-37B9-4058-A8D3-C57C59FE0681}">
                <a16:creationId xmlns:a16="http://schemas.microsoft.com/office/drawing/2010/main" id="{F75F4455-45F5-41F6-8621-BF92376DF875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4" name="Slide Number Placeholder 3">
            <a:extLst>
              <a:ext uri="{D9EC3D6A-5990-4801-A1E6-8D50902912CF}">
                <a16:creationId xmlns:a16="http://schemas.microsoft.com/office/drawing/2010/main" id="{3AFE8C1C-E590-4FA5-8CE6-34910A9C680B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678EE248-D4BD-4FF7-B327-91066800C91C}" type="slidenum"/>
            <a:endParaRPr dirty="0" lang="en-US"/>
          </a:p>
        </p:txBody>
      </p:sp>
    </p:spTree>
    <p:extLst>
      <p:ext uri="{ED0459BB-47FD-4492-9CAC-5B1B8BB0716D}">
        <p14:creationId xmlns:p14="http://schemas.microsoft.com/office/powerpoint/2010/main" val="1786171456966"/>
      </p:ext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6D1E2B97-791C-413E-B641-86350C5957B0}">
                <a16:creationId xmlns:a16="http://schemas.microsoft.com/office/drawing/2010/main" id="{A170FD05-2047-4365-AE6E-9BD525DF03CE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839788" y="457200"/>
            <a:ext cx="3932237" cy="1600200"/>
          </a:xfrm>
        </p:spPr>
        <p:txBody>
          <a:bodyPr anchor="b" rtlCol="0"/>
          <a:lstStyle>
            <a:lvl1pPr lvl="0">
              <a:defRPr dirty="0" lang="en-US" sz="32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Content Placeholder 2">
            <a:extLst>
              <a:ext uri="{B52B24B9-D3E3-4517-9696-A1A24744DB75}">
                <a16:creationId xmlns:a16="http://schemas.microsoft.com/office/drawing/2010/main" id="{ADF7E6EE-FDD4-4857-B3A2-CEBC712458E1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5183187" y="987425"/>
            <a:ext cx="6172200" cy="4873625"/>
          </a:xfrm>
        </p:spPr>
        <p:txBody>
          <a:bodyPr rtlCol="0"/>
          <a:lstStyle>
            <a:lvl1pPr lvl="0">
              <a:defRPr dirty="0" lang="en-US" sz="3200"/>
            </a:lvl1pPr>
            <a:lvl2pPr lvl="1">
              <a:defRPr dirty="0" lang="en-US" sz="2800"/>
            </a:lvl2pPr>
            <a:lvl3pPr lvl="2">
              <a:defRPr dirty="0" lang="en-US" sz="2400"/>
            </a:lvl3pPr>
            <a:lvl4pPr lvl="3">
              <a:defRPr dirty="0" lang="en-US" sz="2000"/>
            </a:lvl4pPr>
            <a:lvl5pPr lvl="4">
              <a:defRPr dirty="0" lang="en-US" sz="2000"/>
            </a:lvl5pPr>
            <a:lvl6pPr lvl="5">
              <a:defRPr dirty="0" lang="en-US" sz="2000"/>
            </a:lvl6pPr>
            <a:lvl7pPr lvl="6">
              <a:defRPr dirty="0" lang="en-US" sz="2000"/>
            </a:lvl7pPr>
            <a:lvl8pPr lvl="7">
              <a:defRPr dirty="0" lang="en-US" sz="2000"/>
            </a:lvl8pPr>
            <a:lvl9pPr lvl="8">
              <a:defRPr dirty="0" lang="en-US" sz="2000"/>
            </a:lvl9pPr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Text Placeholder 3">
            <a:extLst>
              <a:ext uri="{F8DE0D6D-69E1-41CF-843C-518F2819B8A3}">
                <a16:creationId xmlns:a16="http://schemas.microsoft.com/office/drawing/2010/main" id="{FBCE44B9-DC4B-4DAC-AC52-6B45E435F828}"/>
              </a:ext>
            </a:extLst>
          </p:cNvPr>
          <p:cNvSpPr>
            <a:spLocks noGrp="true"/>
          </p:cNvSpPr>
          <p:nvPr>
            <p:ph idx="2" type="body"/>
          </p:nvPr>
        </p:nvSpPr>
        <p:spPr>
          <a:xfrm rot="0">
            <a:off x="839788" y="2057400"/>
            <a:ext cx="3932237" cy="3811587"/>
          </a:xfrm>
        </p:spPr>
        <p:txBody>
          <a:bodyPr rtlCol="0"/>
          <a:lstStyle>
            <a:lvl1pPr indent="0" lvl="0" marL="0">
              <a:buNone/>
              <a:defRPr dirty="0" lang="en-US" sz="1600"/>
            </a:lvl1pPr>
            <a:lvl2pPr indent="0" lvl="1" marL="457200">
              <a:buNone/>
              <a:defRPr dirty="0" lang="en-US" sz="1400"/>
            </a:lvl2pPr>
            <a:lvl3pPr indent="0" lvl="2" marL="914400">
              <a:buNone/>
              <a:defRPr dirty="0" lang="en-US" sz="1200"/>
            </a:lvl3pPr>
            <a:lvl4pPr indent="0" lvl="3" marL="1371600">
              <a:buNone/>
              <a:defRPr dirty="0" lang="en-US" sz="1000"/>
            </a:lvl4pPr>
            <a:lvl5pPr indent="0" lvl="4" marL="1828800">
              <a:buNone/>
              <a:defRPr dirty="0" lang="en-US" sz="1000"/>
            </a:lvl5pPr>
            <a:lvl6pPr indent="0" lvl="5" marL="2286000">
              <a:buNone/>
              <a:defRPr dirty="0" lang="en-US" sz="1000"/>
            </a:lvl6pPr>
            <a:lvl7pPr indent="0" lvl="6" marL="2743200">
              <a:buNone/>
              <a:defRPr dirty="0" lang="en-US" sz="1000"/>
            </a:lvl7pPr>
            <a:lvl8pPr indent="0" lvl="7" marL="3200400">
              <a:buNone/>
              <a:defRPr dirty="0" lang="en-US" sz="1000"/>
            </a:lvl8pPr>
            <a:lvl9pPr indent="0" lvl="8" marL="3657600">
              <a:buNone/>
              <a:defRPr dirty="0" lang="en-US" sz="1000"/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5" name="Date Placeholder 4">
            <a:extLst>
              <a:ext uri="{E6370B7A-9CB4-475A-A709-E7B48C269225}">
                <a16:creationId xmlns:a16="http://schemas.microsoft.com/office/drawing/2010/main" id="{C3EDAFEC-39A1-4CCF-AB69-F3A30C7CF271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0C8B38E2-E69C-4E09-A9A7-7DFC42B925D3}" type="datetime1">
              <a:t>8/7/2026</a:t>
            </a:fld>
            <a:endParaRPr dirty="0" lang="en-US"/>
          </a:p>
        </p:txBody>
      </p:sp>
      <p:sp>
        <p:nvSpPr>
          <p:cNvPr id="6" name="Footer Placeholder 5">
            <a:extLst>
              <a:ext uri="{A46DEB07-DA22-45DC-B4E1-34CAC1FE2FA8}">
                <a16:creationId xmlns:a16="http://schemas.microsoft.com/office/drawing/2010/main" id="{79479DBC-AAA0-4C42-A1DB-E3E0EF8D0ECD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7" name="Slide Number Placeholder 6">
            <a:extLst>
              <a:ext uri="{36DF108C-7248-48C5-AB3B-66C031701220}">
                <a16:creationId xmlns:a16="http://schemas.microsoft.com/office/drawing/2010/main" id="{A157B6DD-99AF-48AF-B59D-256D6F93EA8A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4D011ECB-1935-4768-9FD3-8CAB3C35E131}" type="slidenum"/>
            <a:endParaRPr dirty="0" lang="en-US"/>
          </a:p>
        </p:txBody>
      </p:sp>
    </p:spTree>
    <p:extLst>
      <p:ext uri="{13DF48E6-7711-4B30-BB52-5ABF20D88AC4}">
        <p14:creationId xmlns:p14="http://schemas.microsoft.com/office/powerpoint/2010/main" val="1786171456967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4024234D-2F1C-49CA-92D5-97F560D41D95}">
                <a16:creationId xmlns:a16="http://schemas.microsoft.com/office/drawing/2010/main" id="{B48527FB-A48E-4D62-ABB0-E8E3A83A3AD0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839788" y="457200"/>
            <a:ext cx="3932237" cy="1600200"/>
          </a:xfrm>
        </p:spPr>
        <p:txBody>
          <a:bodyPr anchor="b" rtlCol="0"/>
          <a:lstStyle>
            <a:lvl1pPr lvl="0">
              <a:defRPr dirty="0" lang="en-US" sz="32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Picture Placeholder 2">
            <a:extLst>
              <a:ext uri="{556813E0-1FDA-4946-8244-E9F2EE8A398E}">
                <a16:creationId xmlns:a16="http://schemas.microsoft.com/office/drawing/2010/main" id="{6DECCDEC-5A2E-4650-AC7C-154E5B21AD8A}"/>
              </a:ext>
            </a:extLst>
          </p:cNvPr>
          <p:cNvSpPr>
            <a:spLocks noGrp="true"/>
          </p:cNvSpPr>
          <p:nvPr>
            <p:ph idx="1" type="pic"/>
          </p:nvPr>
        </p:nvSpPr>
        <p:spPr>
          <a:xfrm rot="0">
            <a:off x="5183187" y="987425"/>
            <a:ext cx="6172200" cy="4873625"/>
          </a:xfrm>
        </p:spPr>
        <p:txBody>
          <a:bodyPr rtlCol="0"/>
          <a:lstStyle>
            <a:lvl1pPr indent="0" lvl="0" marL="0">
              <a:buNone/>
              <a:defRPr dirty="0" lang="en-US" sz="3200"/>
            </a:lvl1pPr>
            <a:lvl2pPr indent="0" lvl="1" marL="457200">
              <a:buNone/>
              <a:defRPr dirty="0" lang="en-US" sz="2800"/>
            </a:lvl2pPr>
            <a:lvl3pPr indent="0" lvl="2" marL="914400">
              <a:buNone/>
              <a:defRPr dirty="0" lang="en-US" sz="2400"/>
            </a:lvl3pPr>
            <a:lvl4pPr indent="0" lvl="3" marL="1371600">
              <a:buNone/>
              <a:defRPr dirty="0" lang="en-US" sz="2000"/>
            </a:lvl4pPr>
            <a:lvl5pPr indent="0" lvl="4" marL="1828800">
              <a:buNone/>
              <a:defRPr dirty="0" lang="en-US" sz="2000"/>
            </a:lvl5pPr>
            <a:lvl6pPr indent="0" lvl="5" marL="2286000">
              <a:buNone/>
              <a:defRPr dirty="0" lang="en-US" sz="2000"/>
            </a:lvl6pPr>
            <a:lvl7pPr indent="0" lvl="6" marL="2743200">
              <a:buNone/>
              <a:defRPr dirty="0" lang="en-US" sz="2000"/>
            </a:lvl7pPr>
            <a:lvl8pPr indent="0" lvl="7" marL="3200400">
              <a:buNone/>
              <a:defRPr dirty="0" lang="en-US" sz="2000"/>
            </a:lvl8pPr>
            <a:lvl9pPr indent="0" lvl="8" marL="3657600">
              <a:buNone/>
              <a:defRPr dirty="0" lang="en-US" sz="2000"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4" name="Text Placeholder 3">
            <a:extLst>
              <a:ext uri="{738E3495-D42D-4545-BCFB-EFF7E7E58357}">
                <a16:creationId xmlns:a16="http://schemas.microsoft.com/office/drawing/2010/main" id="{B41C93B0-181F-49A1-97F2-1B3DD74979C6}"/>
              </a:ext>
            </a:extLst>
          </p:cNvPr>
          <p:cNvSpPr>
            <a:spLocks noGrp="true"/>
          </p:cNvSpPr>
          <p:nvPr>
            <p:ph idx="2" type="body"/>
          </p:nvPr>
        </p:nvSpPr>
        <p:spPr>
          <a:xfrm rot="0">
            <a:off x="839788" y="2057400"/>
            <a:ext cx="3932237" cy="3811587"/>
          </a:xfrm>
        </p:spPr>
        <p:txBody>
          <a:bodyPr rtlCol="0"/>
          <a:lstStyle>
            <a:lvl1pPr indent="0" lvl="0" marL="0">
              <a:buNone/>
              <a:defRPr dirty="0" lang="en-US" sz="1600"/>
            </a:lvl1pPr>
            <a:lvl2pPr indent="0" lvl="1" marL="457200">
              <a:buNone/>
              <a:defRPr dirty="0" lang="en-US" sz="1400"/>
            </a:lvl2pPr>
            <a:lvl3pPr indent="0" lvl="2" marL="914400">
              <a:buNone/>
              <a:defRPr dirty="0" lang="en-US" sz="1200"/>
            </a:lvl3pPr>
            <a:lvl4pPr indent="0" lvl="3" marL="1371600">
              <a:buNone/>
              <a:defRPr dirty="0" lang="en-US" sz="1000"/>
            </a:lvl4pPr>
            <a:lvl5pPr indent="0" lvl="4" marL="1828800">
              <a:buNone/>
              <a:defRPr dirty="0" lang="en-US" sz="1000"/>
            </a:lvl5pPr>
            <a:lvl6pPr indent="0" lvl="5" marL="2286000">
              <a:buNone/>
              <a:defRPr dirty="0" lang="en-US" sz="1000"/>
            </a:lvl6pPr>
            <a:lvl7pPr indent="0" lvl="6" marL="2743200">
              <a:buNone/>
              <a:defRPr dirty="0" lang="en-US" sz="1000"/>
            </a:lvl7pPr>
            <a:lvl8pPr indent="0" lvl="7" marL="3200400">
              <a:buNone/>
              <a:defRPr dirty="0" lang="en-US" sz="1000"/>
            </a:lvl8pPr>
            <a:lvl9pPr indent="0" lvl="8" marL="3657600">
              <a:buNone/>
              <a:defRPr dirty="0" lang="en-US" sz="1000"/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5" name="Date Placeholder 4">
            <a:extLst>
              <a:ext uri="{853FBD19-D19F-439A-8C01-75908A796DC5}">
                <a16:creationId xmlns:a16="http://schemas.microsoft.com/office/drawing/2010/main" id="{DC21DD81-45A7-4F2E-9593-B6FCA7D2FF2E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D2590B94-1952-4EC8-95D3-8C1998CE8B8D}" type="datetime1">
              <a:t>8/7/2026</a:t>
            </a:fld>
            <a:endParaRPr dirty="0" lang="en-US"/>
          </a:p>
        </p:txBody>
      </p:sp>
      <p:sp>
        <p:nvSpPr>
          <p:cNvPr id="6" name="Footer Placeholder 5">
            <a:extLst>
              <a:ext uri="{AF88527D-302C-4DAA-B234-080B7175F873}">
                <a16:creationId xmlns:a16="http://schemas.microsoft.com/office/drawing/2010/main" id="{BFAC9F69-0E3A-4C42-8DDE-7F5916DFC342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7" name="Slide Number Placeholder 6">
            <a:extLst>
              <a:ext uri="{6BFA6340-0FAF-4C24-996F-B59C4CC4FD87}">
                <a16:creationId xmlns:a16="http://schemas.microsoft.com/office/drawing/2010/main" id="{4F4B19C7-602E-443C-9166-141C85D1959D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05CAD840-BA73-465B-8DF6-B2AF9C8B8053}" type="slidenum"/>
            <a:endParaRPr dirty="0" lang="en-US"/>
          </a:p>
        </p:txBody>
      </p:sp>
    </p:spTree>
    <p:extLst>
      <p:ext uri="{BD38662C-C86D-41B5-ABD4-E4111B228CCD}">
        <p14:creationId xmlns:p14="http://schemas.microsoft.com/office/powerpoint/2010/main" val="1786171456967"/>
      </p:ext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B91B32DC-66E4-4122-BF32-D16163174873}">
                <a16:creationId xmlns:a16="http://schemas.microsoft.com/office/drawing/2010/main" id="{0ACACAD6-52A2-41FB-B5CA-F1674A9F89AA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Vertical Text Placeholder 2">
            <a:extLst>
              <a:ext uri="{D4EDA8C6-DD4C-469F-B1D5-B4534852B311}">
                <a16:creationId xmlns:a16="http://schemas.microsoft.com/office/drawing/2010/main" id="{1F5F2A7E-A5F9-44CD-A6C5-52AE4AD4B243}"/>
              </a:ext>
            </a:extLst>
          </p:cNvPr>
          <p:cNvSpPr>
            <a:spLocks noGrp="true"/>
          </p:cNvSpPr>
          <p:nvPr>
            <p:ph idx="1" type="body"/>
          </p:nvPr>
        </p:nvSpPr>
        <p:spPr/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Date Placeholder 3">
            <a:extLst>
              <a:ext uri="{20B49075-0E17-4CA4-8B2B-0B09789FC3CD}">
                <a16:creationId xmlns:a16="http://schemas.microsoft.com/office/drawing/2010/main" id="{F23E775A-6F8A-4777-90B4-211ACE848026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51DB94E4-6415-4E69-9054-E7FBF4EEAB99}" type="datetime1">
              <a:t>8/7/2026</a:t>
            </a:fld>
            <a:endParaRPr dirty="0" lang="en-US"/>
          </a:p>
        </p:txBody>
      </p:sp>
      <p:sp>
        <p:nvSpPr>
          <p:cNvPr id="5" name="Footer Placeholder 4">
            <a:extLst>
              <a:ext uri="{D95EF520-DF17-4538-A10C-90272F4783E7}">
                <a16:creationId xmlns:a16="http://schemas.microsoft.com/office/drawing/2010/main" id="{FB814785-9065-4EF8-BFAA-CD6B133C5088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DB4A60DD-AC2B-450B-ACFD-C8B58826BF9E}">
                <a16:creationId xmlns:a16="http://schemas.microsoft.com/office/drawing/2010/main" id="{993D1E6E-1CE0-42E1-BA7C-5FFB0B79D268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84F2A097-D225-436B-88BB-B310CB0590F5}" type="slidenum"/>
            <a:endParaRPr dirty="0" lang="en-US"/>
          </a:p>
        </p:txBody>
      </p:sp>
    </p:spTree>
    <p:extLst>
      <p:ext uri="{5333A2E3-75B3-4B39-9601-A15853946A0B}">
        <p14:creationId xmlns:p14="http://schemas.microsoft.com/office/powerpoint/2010/main" val="1786171456968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41B7DAB1-A6B4-44B1-A4C4-A2C892979F97}">
                <a16:creationId xmlns:a16="http://schemas.microsoft.com/office/drawing/2010/main" id="{E0062375-A2D6-4960-AE68-039F8D9DC23B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8724900" y="365125"/>
            <a:ext cx="2628900" cy="5811838"/>
          </a:xfrm>
        </p:spPr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Vertical Text Placeholder 2">
            <a:extLst>
              <a:ext uri="{52290401-933E-4432-ACF7-5226980F61B6}">
                <a16:creationId xmlns:a16="http://schemas.microsoft.com/office/drawing/2010/main" id="{EC463713-1459-47C5-A2E8-F37DA80E868F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838200" y="365125"/>
            <a:ext cx="7734300" cy="5811838"/>
          </a:xfrm>
        </p:spPr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Date Placeholder 3">
            <a:extLst>
              <a:ext uri="{1871DD7E-8688-4A73-8EDC-48A68777E2B7}">
                <a16:creationId xmlns:a16="http://schemas.microsoft.com/office/drawing/2010/main" id="{1FF41CA2-BA0D-4287-A99E-68E6D355C67D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B899C1A1-E572-403C-BF94-96239E8C46E3}" type="datetime1">
              <a:t>8/7/2026</a:t>
            </a:fld>
            <a:endParaRPr dirty="0" lang="en-US"/>
          </a:p>
        </p:txBody>
      </p:sp>
      <p:sp>
        <p:nvSpPr>
          <p:cNvPr id="5" name="Footer Placeholder 4">
            <a:extLst>
              <a:ext uri="{072A7818-AAC9-41F0-9706-9F2C16829AB3}">
                <a16:creationId xmlns:a16="http://schemas.microsoft.com/office/drawing/2010/main" id="{A4A1B0B6-F04A-4670-A5A0-92497DB759EF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7E0FDB3F-67F8-46E1-B344-309CCF4DB0C3}">
                <a16:creationId xmlns:a16="http://schemas.microsoft.com/office/drawing/2010/main" id="{4C366E4E-337A-4613-BD31-7F300F85A671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031346CF-3978-4BFE-A779-7B9CEA77AC3A}" type="slidenum"/>
            <a:endParaRPr dirty="0" lang="en-US"/>
          </a:p>
        </p:txBody>
      </p:sp>
    </p:spTree>
    <p:extLst>
      <p:ext uri="{CC545DE0-8FC6-4613-A1FE-0EABA2B4BAA7}">
        <p14:creationId xmlns:p14="http://schemas.microsoft.com/office/powerpoint/2010/main" val="1786171456968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/Relationships>
</file>

<file path=ppt/slideMasters/slideMaster1.xml><?xml version="1.0" encoding="utf-8"?>
<p:sldMaste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Master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ED2B653F-7A17-4026-A8E6-4593B273E988}">
                <a16:creationId xmlns:a16="http://schemas.microsoft.com/office/drawing/2010/main" id="{3F9010A3-5FA7-4344-A817-7826638A227D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2">
            <a:extLst>
              <a:ext uri="{C4B057F5-DF42-4AC2-B399-8377B8B8BAE6}">
                <a16:creationId xmlns:a16="http://schemas.microsoft.com/office/drawing/2010/main" id="{D52B1ED7-645D-42E2-BCEC-D646F2BB9D76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Date Placeholder 3">
            <a:extLst>
              <a:ext uri="{033DBB2A-D321-4FEF-903E-564E5BF3701A}">
                <a16:creationId xmlns:a16="http://schemas.microsoft.com/office/drawing/2010/main" id="{5CC4FF13-DB82-4650-BBF3-A79B5E76704B}"/>
              </a:ext>
            </a:extLst>
          </p:cNvPr>
          <p:cNvSpPr>
            <a:spLocks noGrp="true"/>
          </p:cNvSpPr>
          <p:nvPr>
            <p:ph idx="2" sz="half" type="dt"/>
          </p:nvPr>
        </p:nvSpPr>
        <p:spPr>
          <a:xfrm rot="0"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 lvl="0">
              <a:defRPr dirty="0" lang="en-U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/>
            <a:fld id="{06E8788F-CA52-451F-8151-5976E063971A}" type="datetime1">
              <a:t>8/7/2026</a:t>
            </a:fld>
            <a:endParaRPr dirty="0" lang="en-US"/>
          </a:p>
        </p:txBody>
      </p:sp>
      <p:sp>
        <p:nvSpPr>
          <p:cNvPr id="5" name="Footer Placeholder 4">
            <a:extLst>
              <a:ext uri="{C8666F3F-F82E-4CDA-A57A-FC88640E12C0}">
                <a16:creationId xmlns:a16="http://schemas.microsoft.com/office/drawing/2010/main" id="{815CF084-2D59-4FEB-96FB-535A263E7342}"/>
              </a:ext>
            </a:extLst>
          </p:cNvPr>
          <p:cNvSpPr>
            <a:spLocks noGrp="true"/>
          </p:cNvSpPr>
          <p:nvPr>
            <p:ph idx="3" sz="quarter" type="ftr"/>
          </p:nvPr>
        </p:nvSpPr>
        <p:spPr>
          <a:xfrm rot="0"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 lvl="0">
              <a:defRPr dirty="0" lang="en-U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D6747C7A-A68F-415B-8A37-263508449833}">
                <a16:creationId xmlns:a16="http://schemas.microsoft.com/office/drawing/2010/main" id="{7CF4DBE4-45FE-41A2-9E49-CD0E30052A21}"/>
              </a:ext>
            </a:extLst>
          </p:cNvPr>
          <p:cNvSpPr>
            <a:spLocks noGrp="true"/>
          </p:cNvSpPr>
          <p:nvPr>
            <p:ph idx="4" sz="quarter" type="sldNum"/>
          </p:nvPr>
        </p:nvSpPr>
        <p:spPr>
          <a:xfrm rot="0"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 lvl="0">
              <a:defRPr dirty="0" lang="en-U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/>
            <a:fld id="{00592260-62E9-471B-8915-1D02B6030C91}" type="slidenum"/>
            <a:endParaRPr dirty="0"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lvl="0" rtl="false">
        <a:lnSpc>
          <a:spcPct val="90000"/>
        </a:lnSpc>
        <a:spcBef>
          <a:spcPct val="0"/>
        </a:spcBef>
        <a:buNone/>
        <a:defRPr dirty="0" lang="en-US" sz="4400">
          <a:solidFill>
            <a:schemeClr val="tx1"/>
          </a:solidFill>
          <a:latin typeface="+mj-lt"/>
        </a:defRPr>
      </a:lvl1pPr>
    </p:titleStyle>
    <p:bodyStyle>
      <a:lvl1pPr algn="l" indent="-228600" lvl="0" marL="228600" rtl="false">
        <a:lnSpc>
          <a:spcPct val="90000"/>
        </a:lnSpc>
        <a:spcBef>
          <a:spcPts val="1000"/>
        </a:spcBef>
        <a:buChar char="•"/>
        <a:buFont typeface="Arial"/>
        <a:defRPr dirty="0" lang="en-US" sz="2800">
          <a:solidFill>
            <a:schemeClr val="tx1"/>
          </a:solidFill>
          <a:latin typeface="+mn-lt"/>
        </a:defRPr>
      </a:lvl1pPr>
      <a:lvl2pPr algn="l" indent="-228600" lvl="1" marL="685800" rtl="false">
        <a:lnSpc>
          <a:spcPct val="90000"/>
        </a:lnSpc>
        <a:spcBef>
          <a:spcPts val="500"/>
        </a:spcBef>
        <a:buChar char="•"/>
        <a:buFont typeface="Arial"/>
        <a:defRPr dirty="0" lang="en-US" sz="2400">
          <a:solidFill>
            <a:schemeClr val="tx1"/>
          </a:solidFill>
          <a:latin typeface="+mn-lt"/>
        </a:defRPr>
      </a:lvl2pPr>
      <a:lvl3pPr algn="l" indent="-228600" lvl="2" marL="1143000" rtl="false">
        <a:lnSpc>
          <a:spcPct val="90000"/>
        </a:lnSpc>
        <a:spcBef>
          <a:spcPts val="500"/>
        </a:spcBef>
        <a:buChar char="•"/>
        <a:buFont typeface="Arial"/>
        <a:defRPr dirty="0" lang="en-US" sz="2000">
          <a:solidFill>
            <a:schemeClr val="tx1"/>
          </a:solidFill>
          <a:latin typeface="+mn-lt"/>
        </a:defRPr>
      </a:lvl3pPr>
      <a:lvl4pPr algn="l" indent="-228600" lvl="3" marL="1600200" rtl="false">
        <a:lnSpc>
          <a:spcPct val="90000"/>
        </a:lnSpc>
        <a:spcBef>
          <a:spcPts val="500"/>
        </a:spcBef>
        <a:buChar char="•"/>
        <a:buFont typeface="Arial"/>
        <a:defRPr dirty="0" lang="en-US" sz="1800">
          <a:solidFill>
            <a:schemeClr val="tx1"/>
          </a:solidFill>
          <a:latin typeface="+mn-lt"/>
        </a:defRPr>
      </a:lvl4pPr>
      <a:lvl5pPr algn="l" indent="-228600" lvl="4" marL="2057400" rtl="false">
        <a:lnSpc>
          <a:spcPct val="90000"/>
        </a:lnSpc>
        <a:spcBef>
          <a:spcPts val="500"/>
        </a:spcBef>
        <a:buChar char="•"/>
        <a:buFont typeface="Arial"/>
        <a:defRPr dirty="0" lang="en-US" sz="1800">
          <a:solidFill>
            <a:schemeClr val="tx1"/>
          </a:solidFill>
          <a:latin typeface="+mn-lt"/>
        </a:defRPr>
      </a:lvl5pPr>
      <a:lvl6pPr algn="l" indent="-228600" lvl="5" marL="2514600" rtl="false">
        <a:lnSpc>
          <a:spcPct val="90000"/>
        </a:lnSpc>
        <a:spcBef>
          <a:spcPts val="500"/>
        </a:spcBef>
        <a:buChar char="•"/>
        <a:buFont typeface="Arial"/>
        <a:defRPr dirty="0" lang="en-US" sz="1800">
          <a:solidFill>
            <a:schemeClr val="tx1"/>
          </a:solidFill>
          <a:latin typeface="+mn-lt"/>
        </a:defRPr>
      </a:lvl6pPr>
      <a:lvl7pPr algn="l" indent="-228600" lvl="6" marL="2971800" rtl="false">
        <a:lnSpc>
          <a:spcPct val="90000"/>
        </a:lnSpc>
        <a:spcBef>
          <a:spcPts val="500"/>
        </a:spcBef>
        <a:buChar char="•"/>
        <a:buFont typeface="Arial"/>
        <a:defRPr dirty="0" lang="en-US" sz="1800">
          <a:solidFill>
            <a:schemeClr val="tx1"/>
          </a:solidFill>
          <a:latin typeface="+mn-lt"/>
        </a:defRPr>
      </a:lvl7pPr>
      <a:lvl8pPr algn="l" indent="-228600" lvl="7" marL="3429000" rtl="false">
        <a:lnSpc>
          <a:spcPct val="90000"/>
        </a:lnSpc>
        <a:spcBef>
          <a:spcPts val="500"/>
        </a:spcBef>
        <a:buChar char="•"/>
        <a:buFont typeface="Arial"/>
        <a:defRPr dirty="0" lang="en-US" sz="1800">
          <a:solidFill>
            <a:schemeClr val="tx1"/>
          </a:solidFill>
          <a:latin typeface="+mn-lt"/>
        </a:defRPr>
      </a:lvl8pPr>
      <a:lvl9pPr algn="l" indent="-228600" lvl="8" marL="3886200" rtl="false">
        <a:lnSpc>
          <a:spcPct val="90000"/>
        </a:lnSpc>
        <a:spcBef>
          <a:spcPts val="500"/>
        </a:spcBef>
        <a:buChar char="•"/>
        <a:buFont typeface="Arial"/>
        <a:defRPr dirty="0" lang="en-US" sz="1800">
          <a:solidFill>
            <a:schemeClr val="tx1"/>
          </a:solidFill>
          <a:latin typeface="+mn-lt"/>
        </a:defRPr>
      </a:lvl9pPr>
    </p:bodyStyle>
    <p:otherStyle>
      <a:lvl1pPr algn="l" lvl="0" marL="0" rtl="false">
        <a:defRPr dirty="0" lang="en-US" sz="1800">
          <a:solidFill>
            <a:schemeClr val="tx1"/>
          </a:solidFill>
          <a:latin typeface="+mn-lt"/>
        </a:defRPr>
      </a:lvl1pPr>
      <a:lvl2pPr algn="l" lvl="1" marL="457200" rtl="false">
        <a:defRPr dirty="0" lang="en-US" sz="1800">
          <a:solidFill>
            <a:schemeClr val="tx1"/>
          </a:solidFill>
          <a:latin typeface="+mn-lt"/>
        </a:defRPr>
      </a:lvl2pPr>
      <a:lvl3pPr algn="l" lvl="2" marL="914400" rtl="false">
        <a:defRPr dirty="0" lang="en-US" sz="1800">
          <a:solidFill>
            <a:schemeClr val="tx1"/>
          </a:solidFill>
          <a:latin typeface="+mn-lt"/>
        </a:defRPr>
      </a:lvl3pPr>
      <a:lvl4pPr algn="l" lvl="3" marL="1371600" rtl="false">
        <a:defRPr dirty="0" lang="en-US" sz="1800">
          <a:solidFill>
            <a:schemeClr val="tx1"/>
          </a:solidFill>
          <a:latin typeface="+mn-lt"/>
        </a:defRPr>
      </a:lvl4pPr>
      <a:lvl5pPr algn="l" lvl="4" marL="1828800" rtl="false">
        <a:defRPr dirty="0" lang="en-US" sz="1800">
          <a:solidFill>
            <a:schemeClr val="tx1"/>
          </a:solidFill>
          <a:latin typeface="+mn-lt"/>
        </a:defRPr>
      </a:lvl5pPr>
      <a:lvl6pPr algn="l" lvl="5" marL="2286000" rtl="false">
        <a:defRPr dirty="0" lang="en-US" sz="1800">
          <a:solidFill>
            <a:schemeClr val="tx1"/>
          </a:solidFill>
          <a:latin typeface="+mn-lt"/>
        </a:defRPr>
      </a:lvl6pPr>
      <a:lvl7pPr algn="l" lvl="6" marL="2743200" rtl="false">
        <a:defRPr dirty="0" lang="en-US" sz="1800">
          <a:solidFill>
            <a:schemeClr val="tx1"/>
          </a:solidFill>
          <a:latin typeface="+mn-lt"/>
        </a:defRPr>
      </a:lvl7pPr>
      <a:lvl8pPr algn="l" lvl="7" marL="3200400" rtl="false">
        <a:defRPr dirty="0" lang="en-US" sz="1800">
          <a:solidFill>
            <a:schemeClr val="tx1"/>
          </a:solidFill>
          <a:latin typeface="+mn-lt"/>
        </a:defRPr>
      </a:lvl8pPr>
      <a:lvl9pPr algn="l" lvl="8" marL="3657600" rtl="false">
        <a:defRPr dirty="0" lang="en-US" sz="18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D61AF023-A820-4C8E-BF31-99FE2BD0306F}">
                <a16:creationId xmlns:a16="http://schemas.microsoft.com/office/drawing/2010/main" id="{E643EF15-F182-4046-9D24-0BB934487197}"/>
              </a:ext>
            </a:extLst>
          </p:cNvPr>
          <p:cNvSpPr/>
          <p:nvPr/>
        </p:nvSpPr>
        <p:spPr>
          <a:xfrm rot="0">
            <a:off x="0" y="-108144"/>
            <a:ext cx="12192000" cy="48718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b="1" dirty="0" lang="en-US" sz="2500">
                <a:solidFill>
                  <a:srgbClr val="ff0000"/>
                </a:solidFill>
                <a:latin typeface="Times New Roman"/>
              </a:rPr>
              <a:t>Dự án tháng 7/2026 - HCM</a:t>
            </a:r>
            <a:endParaRPr b="1" dirty="0" lang="en-US" sz="2500">
              <a:solidFill>
                <a:srgbClr val="ff0000"/>
              </a:solidFill>
              <a:latin typeface="Times New Roman"/>
            </a:endParaRPr>
          </a:p>
        </p:txBody>
      </p:sp>
      <p:grpSp>
        <p:nvGrpSpPr>
          <p:cNvPr id="3" name="Group 24">
            <a:extLst>
              <a:ext uri="{F0ABCC67-CEB4-4B4F-B774-DAC819A7243A}">
                <a16:creationId xmlns:a16="http://schemas.microsoft.com/office/drawing/2010/main" id="{E39CB9F5-1869-474C-BB14-7044BCC4A059}"/>
              </a:ext>
            </a:extLst>
          </p:cNvPr>
          <p:cNvGrpSpPr/>
          <p:nvPr/>
        </p:nvGrpSpPr>
        <p:grpSpPr>
          <a:xfrm rot="0">
            <a:off x="374750" y="3906901"/>
            <a:ext cx="10957810" cy="984180"/>
            <a:chOff x="374750" y="4762445"/>
            <a:chExt cx="10957810" cy="984180"/>
          </a:xfrm>
        </p:grpSpPr>
        <p:sp>
          <p:nvSpPr>
            <p:cNvPr id="4" name="Rectangle 12">
              <a:extLst>
                <a:ext uri="{B9F3A047-12E9-409A-BD1F-4F7E6D022A64}">
                  <a16:creationId xmlns:a16="http://schemas.microsoft.com/office/drawing/2010/main" id="{5A87CC3F-7417-4176-BBD8-DFAE9EC0DB17}"/>
                </a:ext>
              </a:extLst>
            </p:cNvPr>
            <p:cNvSpPr/>
            <p:nvPr/>
          </p:nvSpPr>
          <p:spPr>
            <a:xfrm rot="0">
              <a:off x="374750" y="5049173"/>
              <a:ext cx="10957810" cy="697451"/>
            </a:xfrm>
            <a:prstGeom prst="rect">
              <a:avLst/>
            </a:prstGeom>
            <a:ln>
              <a:solidFill>
                <a:schemeClr val="accent2">
                  <a:lumMod val="75000"/>
                </a:schemeClr>
              </a:solidFill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 rtlCol="0"/>
            <a:lstStyle/>
            <a:p>
              <a:pPr/>
              <a:r>
                <a:rPr dirty="0" lang="en-US" sz="1500">
                  <a:solidFill>
                    <a:schemeClr val="tx1"/>
                  </a:solidFill>
                  <a:latin typeface="Times New Roman"/>
                </a:rPr>
                <a:t>Tổng doanh thu </a:t>
              </a:r>
              <a:r>
                <a:rPr b="1" dirty="0" lang="en-US" sz="1500">
                  <a:solidFill>
                    <a:srgbClr val="ff0000"/>
                  </a:solidFill>
                  <a:latin typeface="Times New Roman"/>
                </a:rPr>
                <a:t>CK + Combo liều/DS/ngày &gt;= 950k</a:t>
              </a:r>
              <a:br>
                <a:rPr b="1" dirty="0" lang="en-US" sz="1500">
                  <a:solidFill>
                    <a:srgbClr val="ff0000"/>
                  </a:solidFill>
                  <a:latin typeface="Times New Roman"/>
                </a:rPr>
              </a:br>
              <a:r>
                <a:rPr dirty="0" lang="en-US" sz="1500">
                  <a:solidFill>
                    <a:schemeClr val="tx1"/>
                  </a:solidFill>
                  <a:latin typeface="Times New Roman"/>
                </a:rPr>
                <a:t>Thưởng khuyến khích dược sĩ </a:t>
              </a:r>
              <a:r>
                <a:rPr b="1" dirty="0" lang="en-US" sz="1500">
                  <a:solidFill>
                    <a:srgbClr val="ff0000"/>
                  </a:solidFill>
                  <a:latin typeface="Times New Roman"/>
                </a:rPr>
                <a:t>500k</a:t>
              </a:r>
              <a:endParaRPr b="1" dirty="0" lang="en-US" sz="1500">
                <a:solidFill>
                  <a:srgbClr val="ff0000"/>
                </a:solidFill>
                <a:latin typeface="Times New Roman"/>
              </a:endParaRPr>
            </a:p>
          </p:txBody>
        </p:sp>
        <p:sp>
          <p:nvSpPr>
            <p:cNvPr id="5" name="Rectangle 14">
              <a:extLst>
                <a:ext uri="{C01BC7B0-7C22-4061-B8C7-EC2C2365D52F}">
                  <a16:creationId xmlns:a16="http://schemas.microsoft.com/office/drawing/2010/main" id="{A19AB83A-4699-4CB4-A6FF-E0FA00B426B1}"/>
                </a:ext>
              </a:extLst>
            </p:cNvPr>
            <p:cNvSpPr/>
            <p:nvPr/>
          </p:nvSpPr>
          <p:spPr>
            <a:xfrm rot="0">
              <a:off x="374750" y="4762445"/>
              <a:ext cx="7624890" cy="31569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 rtlCol="0"/>
            <a:lstStyle/>
            <a:p>
              <a:pPr/>
              <a:r>
                <a:rPr b="1" dirty="0" lang="en-US" sz="15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/>
                </a:rPr>
                <a:t>Ngôi sao khuyến khích – thưởng khuyến khích cho các dược sĩ không đạt dự án</a:t>
              </a:r>
              <a:endParaRPr b="1" dirty="0" lang="en-US" sz="15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</a:endParaRPr>
            </a:p>
          </p:txBody>
        </p:sp>
      </p:grpSp>
      <p:sp>
        <p:nvSpPr>
          <p:cNvPr id="6" name="Rectangle 2">
            <a:extLst>
              <a:ext uri="{0FDDD083-7AD0-4AB7-94C4-1DAC952458C7}">
                <a16:creationId xmlns:a16="http://schemas.microsoft.com/office/drawing/2010/main" id="{0936B363-06DD-49CB-88D8-42BC4373CD6D}"/>
              </a:ext>
            </a:extLst>
          </p:cNvPr>
          <p:cNvSpPr/>
          <p:nvPr/>
        </p:nvSpPr>
        <p:spPr>
          <a:xfrm rot="0">
            <a:off x="374751" y="5215432"/>
            <a:ext cx="10957810" cy="677719"/>
          </a:xfrm>
          <a:prstGeom prst="rect">
            <a:avLst/>
          </a:prstGeom>
          <a:ln w="19050">
            <a:solidFill>
              <a:srgbClr val="ff0000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 rtlCol="0"/>
          <a:lstStyle/>
          <a:p>
            <a:pPr/>
            <a:r>
              <a:rPr dirty="0" lang="en-US" sz="1500">
                <a:latin typeface="Times New Roman"/>
              </a:rPr>
              <a:t>DS đạt </a:t>
            </a:r>
            <a:r>
              <a:rPr b="1" dirty="0" lang="en-US" sz="1500">
                <a:latin typeface="Times New Roman"/>
              </a:rPr>
              <a:t>KPI &lt; 60% </a:t>
            </a:r>
            <a:r>
              <a:rPr dirty="0" lang="en-US" sz="1500">
                <a:latin typeface="Times New Roman"/>
              </a:rPr>
              <a:t>=&gt; Thưởng dự án </a:t>
            </a:r>
            <a:r>
              <a:rPr b="1" dirty="0" lang="en-US" sz="1500">
                <a:solidFill>
                  <a:srgbClr val="ff0000"/>
                </a:solidFill>
                <a:latin typeface="Times New Roman"/>
              </a:rPr>
              <a:t>nhân hệ số 0.8</a:t>
            </a:r>
          </a:p>
          <a:p>
            <a:pPr/>
            <a:r>
              <a:rPr dirty="0" lang="en-US" sz="1500">
                <a:latin typeface="Times New Roman"/>
              </a:rPr>
              <a:t>DS đạt </a:t>
            </a:r>
            <a:r>
              <a:rPr b="1" dirty="0" lang="en-US" sz="1500">
                <a:latin typeface="Times New Roman"/>
              </a:rPr>
              <a:t>KPI &lt; 60% </a:t>
            </a:r>
            <a:r>
              <a:rPr dirty="0" lang="en-US" sz="1500">
                <a:latin typeface="Times New Roman"/>
              </a:rPr>
              <a:t>đồng thời </a:t>
            </a:r>
            <a:r>
              <a:rPr b="1" dirty="0" lang="en-US" sz="1500">
                <a:latin typeface="Times New Roman"/>
              </a:rPr>
              <a:t>không đạt dự án </a:t>
            </a:r>
            <a:r>
              <a:rPr dirty="0" lang="en-US" sz="1500">
                <a:latin typeface="Times New Roman"/>
              </a:rPr>
              <a:t>=&gt; Thưởng hoa hồng </a:t>
            </a:r>
            <a:r>
              <a:rPr b="1" dirty="0" lang="en-US" sz="1500">
                <a:solidFill>
                  <a:srgbClr val="ff0000"/>
                </a:solidFill>
                <a:latin typeface="Times New Roman"/>
              </a:rPr>
              <a:t>nhân hệ số 0.9</a:t>
            </a:r>
            <a:endParaRPr b="1" dirty="0" lang="en-US" sz="1500">
              <a:solidFill>
                <a:srgbClr val="ff0000"/>
              </a:solidFill>
              <a:latin typeface="Times New Roman"/>
            </a:endParaRPr>
          </a:p>
        </p:txBody>
      </p:sp>
      <p:grpSp>
        <p:nvGrpSpPr>
          <p:cNvPr id="7" name="Group 25">
            <a:extLst>
              <a:ext uri="{D86D1F81-1BB6-4ED8-991D-5238EAC71FFA}">
                <a16:creationId xmlns:a16="http://schemas.microsoft.com/office/drawing/2010/main" id="{F6D37B29-E215-4859-B0AA-1E1AF30BF8AF}"/>
              </a:ext>
            </a:extLst>
          </p:cNvPr>
          <p:cNvGrpSpPr/>
          <p:nvPr/>
        </p:nvGrpSpPr>
        <p:grpSpPr>
          <a:xfrm rot="0">
            <a:off x="148031" y="24644"/>
            <a:ext cx="11895937" cy="2929302"/>
            <a:chOff x="213807" y="72429"/>
            <a:chExt cx="11895937" cy="2929302"/>
          </a:xfrm>
        </p:grpSpPr>
        <p:grpSp>
          <p:nvGrpSpPr>
            <p:cNvPr id="8" name="Group 21">
              <a:extLst>
                <a:ext uri="{BCDBB775-552D-4452-A13E-206565FD8C39}">
                  <a16:creationId xmlns:a16="http://schemas.microsoft.com/office/drawing/2010/main" id="{75040CD2-140C-4924-9610-0708B557A748}"/>
                </a:ext>
              </a:extLst>
            </p:cNvPr>
            <p:cNvGrpSpPr/>
            <p:nvPr/>
          </p:nvGrpSpPr>
          <p:grpSpPr>
            <a:xfrm rot="0">
              <a:off x="9690471" y="92979"/>
              <a:ext cx="2419274" cy="2640683"/>
              <a:chOff x="9690471" y="92979"/>
              <a:chExt cx="2419274" cy="2640683"/>
            </a:xfrm>
          </p:grpSpPr>
          <p:sp>
            <p:nvSpPr>
              <p:cNvPr id="9" name="Star: 5 Points 10">
                <a:extLst>
                  <a:ext uri="{BBF8775E-6155-4BA2-A43A-00999B018B22}">
                    <a16:creationId xmlns:a16="http://schemas.microsoft.com/office/drawing/2010/main" id="{E076F572-3F77-487B-B7AA-7F4C63E75BF8}"/>
                  </a:ext>
                </a:extLst>
              </p:cNvPr>
              <p:cNvSpPr/>
              <p:nvPr/>
            </p:nvSpPr>
            <p:spPr>
              <a:xfrm rot="0">
                <a:off x="9690471" y="92979"/>
                <a:ext cx="2419274" cy="1683753"/>
              </a:xfrm>
              <a:prstGeom prst="star5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lstStyle/>
              <a:p>
                <a:pPr algn="ctr"/>
                <a:r>
                  <a:rPr b="1" baseline="0" cap="none" dirty="0" i="0" lang="en-US" spc="0" strike="noStrike" sz="2000" u="none">
                    <a:ln>
                      <a:noFill/>
                    </a:ln>
                    <a:solidFill>
                      <a:srgbClr val="ffffff"/>
                    </a:solidFill>
                    <a:latin typeface="Times New Roman"/>
                  </a:rPr>
                  <a:t>4 triệu</a:t>
                </a:r>
                <a:endParaRPr b="1" baseline="0" cap="none" dirty="0" i="0" lang="en-US" spc="0" strike="noStrike" sz="2000" u="none">
                  <a:ln>
                    <a:noFill/>
                  </a:ln>
                  <a:solidFill>
                    <a:srgbClr val="ffffff"/>
                  </a:solidFill>
                  <a:latin typeface="Times New Roman"/>
                </a:endParaRPr>
              </a:p>
            </p:txBody>
          </p:sp>
          <p:sp>
            <p:nvSpPr>
              <p:cNvPr id="10" name="Rectangle 15">
                <a:extLst>
                  <a:ext uri="{8C73384A-CB38-47A5-BFC4-F00139DA7D03}">
                    <a16:creationId xmlns:a16="http://schemas.microsoft.com/office/drawing/2010/main" id="{FBC39A73-35D2-4A9A-B645-66752BFF0467}"/>
                  </a:ext>
                </a:extLst>
              </p:cNvPr>
              <p:cNvSpPr/>
              <p:nvPr/>
            </p:nvSpPr>
            <p:spPr>
              <a:xfrm rot="0">
                <a:off x="9815871" y="1809913"/>
                <a:ext cx="2168477" cy="923749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anchor="ctr" rtlCol="0"/>
              <a:lstStyle/>
              <a:p>
                <a:pPr algn="ctr"/>
                <a:r>
                  <a:rPr b="1" dirty="0" lang="en-US" sz="1600">
                    <a:solidFill>
                      <a:srgbClr val="ff0000"/>
                    </a:solidFill>
                    <a:latin typeface="Times New Roman"/>
                  </a:rPr>
                  <a:t>CK &gt;= 1M5</a:t>
                </a:r>
              </a:p>
              <a:p>
                <a:pPr algn="ctr"/>
                <a:r>
                  <a:rPr b="1" dirty="0" lang="en-US" sz="1600">
                    <a:solidFill>
                      <a:srgbClr val="ff0000"/>
                    </a:solidFill>
                    <a:latin typeface="Times New Roman"/>
                  </a:rPr>
                  <a:t>Combo liều &gt;= 700K</a:t>
                </a:r>
                <a:endParaRPr b="1" dirty="0" lang="en-US" sz="1600">
                  <a:solidFill>
                    <a:srgbClr val="ff0000"/>
                  </a:solidFill>
                  <a:latin typeface="Times New Roman"/>
                </a:endParaRPr>
              </a:p>
            </p:txBody>
          </p:sp>
        </p:grpSp>
        <p:grpSp>
          <p:nvGrpSpPr>
            <p:cNvPr id="11" name="Group 19">
              <a:extLst>
                <a:ext uri="{D0B4A3E3-579B-4A43-925F-5C6F4C28EEC1}">
                  <a16:creationId xmlns:a16="http://schemas.microsoft.com/office/drawing/2010/main" id="{018BF17B-0DE8-4B36-B6EB-2FAB3BB32DB8}"/>
                </a:ext>
              </a:extLst>
            </p:cNvPr>
            <p:cNvGrpSpPr/>
            <p:nvPr/>
          </p:nvGrpSpPr>
          <p:grpSpPr>
            <a:xfrm rot="0">
              <a:off x="213807" y="72429"/>
              <a:ext cx="2376129" cy="2538080"/>
              <a:chOff x="-10106" y="73976"/>
              <a:chExt cx="2376129" cy="2538080"/>
            </a:xfrm>
          </p:grpSpPr>
          <p:sp>
            <p:nvSpPr>
              <p:cNvPr id="12" name="Star: 5 Points 1">
                <a:extLst>
                  <a:ext uri="{6E311DE7-3D69-479D-901F-8EE3344186F2}">
                    <a16:creationId xmlns:a16="http://schemas.microsoft.com/office/drawing/2010/main" id="{DD0A846A-0707-48F4-A468-DF5041AB962D}"/>
                  </a:ext>
                </a:extLst>
              </p:cNvPr>
              <p:cNvSpPr/>
              <p:nvPr/>
            </p:nvSpPr>
            <p:spPr>
              <a:xfrm rot="0">
                <a:off x="-10106" y="73976"/>
                <a:ext cx="2376129" cy="1707397"/>
              </a:xfrm>
              <a:prstGeom prst="star5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lstStyle/>
              <a:p>
                <a:pPr algn="ctr"/>
                <a:r>
                  <a:rPr b="1" dirty="0" lang="en-US" sz="1600">
                    <a:latin typeface="Times New Roman"/>
                  </a:rPr>
                  <a:t>1 triệu +++</a:t>
                </a:r>
                <a:endParaRPr b="1" dirty="0" lang="en-US" sz="1600">
                  <a:latin typeface="Times New Roman"/>
                </a:endParaRPr>
              </a:p>
            </p:txBody>
          </p:sp>
          <p:sp>
            <p:nvSpPr>
              <p:cNvPr id="13" name="Rectangle 3">
                <a:extLst>
                  <a:ext uri="{C2660F26-4E4A-4CA7-92A0-E6B521DD7EEC}">
                    <a16:creationId xmlns:a16="http://schemas.microsoft.com/office/drawing/2010/main" id="{8E6D92E8-5121-4805-A273-E248F2DE483B}"/>
                  </a:ext>
                </a:extLst>
              </p:cNvPr>
              <p:cNvSpPr/>
              <p:nvPr/>
            </p:nvSpPr>
            <p:spPr>
              <a:xfrm rot="0">
                <a:off x="107646" y="1809913"/>
                <a:ext cx="2058127" cy="802143"/>
              </a:xfrm>
              <a:prstGeom prst="rect">
                <a:avLst/>
              </a:prstGeom>
              <a:ln w="28575">
                <a:solidFill>
                  <a:schemeClr val="accent4">
                    <a:lumMod val="75000"/>
                  </a:schemeClr>
                </a:solidFill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anchor="ctr" rtlCol="0"/>
              <a:lstStyle/>
              <a:p>
                <a:pPr algn="ctr"/>
                <a:r>
                  <a:rPr b="1" dirty="0" lang="en-US" sz="1600">
                    <a:solidFill>
                      <a:schemeClr val="accent1"/>
                    </a:solidFill>
                    <a:latin typeface="Times New Roman"/>
                  </a:rPr>
                  <a:t>CK &gt;= 630K</a:t>
                </a:r>
              </a:p>
              <a:p>
                <a:pPr algn="ctr"/>
                <a:r>
                  <a:rPr b="1" dirty="0" lang="en-US" sz="1600">
                    <a:solidFill>
                      <a:schemeClr val="accent1"/>
                    </a:solidFill>
                    <a:latin typeface="Times New Roman"/>
                  </a:rPr>
                  <a:t>Combo liều &gt;= 350K</a:t>
                </a:r>
                <a:endParaRPr b="1" dirty="0" lang="en-US" sz="1600">
                  <a:solidFill>
                    <a:schemeClr val="accent1"/>
                  </a:solidFill>
                  <a:latin typeface="Times New Roman"/>
                </a:endParaRPr>
              </a:p>
            </p:txBody>
          </p:sp>
        </p:grpSp>
        <p:grpSp>
          <p:nvGrpSpPr>
            <p:cNvPr id="14" name="Group 4">
              <a:extLst>
                <a:ext uri="{7514AEC7-7216-4802-8E05-41A3CC98103A}">
                  <a16:creationId xmlns:a16="http://schemas.microsoft.com/office/drawing/2010/main" id="{DD8DB21A-ABCE-463E-9838-6E6E7EAAC672}"/>
                </a:ext>
              </a:extLst>
            </p:cNvPr>
            <p:cNvGrpSpPr/>
            <p:nvPr/>
          </p:nvGrpSpPr>
          <p:grpSpPr>
            <a:xfrm rot="0">
              <a:off x="4902070" y="529836"/>
              <a:ext cx="2478838" cy="2471895"/>
              <a:chOff x="4434257" y="334266"/>
              <a:chExt cx="2478838" cy="2471895"/>
            </a:xfrm>
          </p:grpSpPr>
          <p:sp>
            <p:nvSpPr>
              <p:cNvPr id="15" name="Star: 5 Points 8">
                <a:extLst>
                  <a:ext uri="{4BEA321E-B1F8-46DE-90B4-A1DBB543A5B0}">
                    <a16:creationId xmlns:a16="http://schemas.microsoft.com/office/drawing/2010/main" id="{8D8C230A-C39E-4CF0-A1EA-036416080A07}"/>
                  </a:ext>
                </a:extLst>
              </p:cNvPr>
              <p:cNvSpPr/>
              <p:nvPr/>
            </p:nvSpPr>
            <p:spPr>
              <a:xfrm rot="0">
                <a:off x="4434257" y="334266"/>
                <a:ext cx="2478838" cy="1683753"/>
              </a:xfrm>
              <a:prstGeom prst="star5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lstStyle/>
              <a:p>
                <a:pPr algn="ctr" indent="0" lvl="0" marL="0" marR="0" rtl="false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dirty="0" lang="en-US" sz="1600">
                    <a:solidFill>
                      <a:srgbClr val="ffffff"/>
                    </a:solidFill>
                    <a:latin typeface="Times New Roman"/>
                  </a:rPr>
                  <a:t>2,2</a:t>
                </a:r>
                <a:r>
                  <a:rPr b="1" baseline="0" cap="none" dirty="0" i="0" lang="en-US" spc="0" strike="noStrike" sz="1600" u="none">
                    <a:ln>
                      <a:noFill/>
                    </a:ln>
                    <a:solidFill>
                      <a:srgbClr val="ffffff"/>
                    </a:solidFill>
                    <a:latin typeface="Times New Roman"/>
                  </a:rPr>
                  <a:t> triệu +++</a:t>
                </a:r>
                <a:endParaRPr b="1" baseline="0" cap="none" dirty="0" i="0" lang="en-US" spc="0" strike="noStrike" sz="1600" u="none">
                  <a:ln>
                    <a:noFill/>
                  </a:ln>
                  <a:solidFill>
                    <a:srgbClr val="ffffff"/>
                  </a:solidFill>
                  <a:latin typeface="Times New Roman"/>
                </a:endParaRPr>
              </a:p>
            </p:txBody>
          </p:sp>
          <p:sp>
            <p:nvSpPr>
              <p:cNvPr id="16" name="Rectangle 7">
                <a:extLst>
                  <a:ext uri="{A1F8E46F-C037-4F6E-8308-94DDBB333CC7}">
                    <a16:creationId xmlns:a16="http://schemas.microsoft.com/office/drawing/2010/main" id="{6BB6068E-4321-4CE7-9FF9-68140CB251A5}"/>
                  </a:ext>
                </a:extLst>
              </p:cNvPr>
              <p:cNvSpPr/>
              <p:nvPr/>
            </p:nvSpPr>
            <p:spPr>
              <a:xfrm rot="0">
                <a:off x="4644612" y="2018020"/>
                <a:ext cx="2058127" cy="788141"/>
              </a:xfrm>
              <a:prstGeom prst="rect">
                <a:avLst/>
              </a:prstGeom>
              <a:ln w="28575">
                <a:solidFill>
                  <a:schemeClr val="accent2"/>
                </a:solidFill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anchor="ctr" rtlCol="0"/>
              <a:lstStyle/>
              <a:p>
                <a:pPr algn="ctr"/>
                <a:r>
                  <a:rPr b="1" dirty="0" lang="en-US" sz="1600">
                    <a:solidFill>
                      <a:schemeClr val="accent2"/>
                    </a:solidFill>
                    <a:latin typeface="Times New Roman"/>
                  </a:rPr>
                  <a:t>CK &gt;= 1M</a:t>
                </a:r>
              </a:p>
              <a:p>
                <a:pPr algn="ctr"/>
                <a:r>
                  <a:rPr b="1" dirty="0" lang="en-US" sz="1600">
                    <a:solidFill>
                      <a:schemeClr val="accent2"/>
                    </a:solidFill>
                    <a:latin typeface="Times New Roman"/>
                  </a:rPr>
                  <a:t>Combo liều &gt;= 580K</a:t>
                </a:r>
                <a:endParaRPr b="1" dirty="0" lang="en-US" sz="1600">
                  <a:solidFill>
                    <a:schemeClr val="accent2"/>
                  </a:solidFill>
                  <a:latin typeface="Times New Roman"/>
                </a:endParaRPr>
              </a:p>
            </p:txBody>
          </p:sp>
        </p:grpSp>
        <p:grpSp>
          <p:nvGrpSpPr>
            <p:cNvPr id="17" name="Group 18">
              <a:extLst>
                <a:ext uri="{D212EEB7-F739-4FD8-B9D1-2B5C31142C95}">
                  <a16:creationId xmlns:a16="http://schemas.microsoft.com/office/drawing/2010/main" id="{3464424B-A6CA-44C1-8D3B-BF449201B5AD}"/>
                </a:ext>
              </a:extLst>
            </p:cNvPr>
            <p:cNvGrpSpPr/>
            <p:nvPr/>
          </p:nvGrpSpPr>
          <p:grpSpPr>
            <a:xfrm rot="0">
              <a:off x="7372086" y="299440"/>
              <a:ext cx="2419274" cy="2506720"/>
              <a:chOff x="7041326" y="266259"/>
              <a:chExt cx="2419274" cy="2506720"/>
            </a:xfrm>
          </p:grpSpPr>
          <p:sp>
            <p:nvSpPr>
              <p:cNvPr id="18" name="Star: 5 Points 9">
                <a:extLst>
                  <a:ext uri="{371C648A-1FDD-43F6-AF8E-E90BD3567591}">
                    <a16:creationId xmlns:a16="http://schemas.microsoft.com/office/drawing/2010/main" id="{934B989A-8964-434D-9B04-B6A24C37A45D}"/>
                  </a:ext>
                </a:extLst>
              </p:cNvPr>
              <p:cNvSpPr/>
              <p:nvPr/>
            </p:nvSpPr>
            <p:spPr>
              <a:xfrm rot="0">
                <a:off x="7041326" y="266259"/>
                <a:ext cx="2419274" cy="1707397"/>
              </a:xfrm>
              <a:prstGeom prst="star5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lstStyle/>
              <a:p>
                <a:pPr algn="ctr"/>
                <a:r>
                  <a:rPr b="1" baseline="0" cap="none" dirty="0" i="0" lang="en-US" spc="0" strike="noStrike" sz="1600" u="none">
                    <a:ln>
                      <a:noFill/>
                    </a:ln>
                    <a:solidFill>
                      <a:srgbClr val="ffffff"/>
                    </a:solidFill>
                    <a:latin typeface="Times New Roman"/>
                  </a:rPr>
                  <a:t>2,8 triệu +++</a:t>
                </a:r>
                <a:endParaRPr b="1" baseline="0" cap="none" dirty="0" i="0" lang="en-US" spc="0" strike="noStrike" sz="1600" u="none">
                  <a:ln>
                    <a:noFill/>
                  </a:ln>
                  <a:solidFill>
                    <a:srgbClr val="ffffff"/>
                  </a:solidFill>
                  <a:latin typeface="Times New Roman"/>
                </a:endParaRPr>
              </a:p>
            </p:txBody>
          </p:sp>
          <p:sp>
            <p:nvSpPr>
              <p:cNvPr id="19" name="Rectangle 20">
                <a:extLst>
                  <a:ext uri="{D95B0BDC-A562-412C-8B96-1089CA97CE5C}">
                    <a16:creationId xmlns:a16="http://schemas.microsoft.com/office/drawing/2010/main" id="{F4A4E128-4F23-44FB-B878-7E428E6D5DA4}"/>
                  </a:ext>
                </a:extLst>
              </p:cNvPr>
              <p:cNvSpPr/>
              <p:nvPr/>
            </p:nvSpPr>
            <p:spPr>
              <a:xfrm rot="0">
                <a:off x="7221899" y="1973656"/>
                <a:ext cx="2058127" cy="799323"/>
              </a:xfrm>
              <a:prstGeom prst="rect">
                <a:avLst/>
              </a:prstGeom>
              <a:ln w="28575">
                <a:solidFill>
                  <a:schemeClr val="accent6"/>
                </a:solidFill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anchor="ctr" rtlCol="0"/>
              <a:lstStyle/>
              <a:p>
                <a:pPr algn="ctr"/>
                <a:r>
                  <a:rPr b="1" dirty="0" lang="en-US" sz="1600">
                    <a:solidFill>
                      <a:schemeClr val="accent6"/>
                    </a:solidFill>
                    <a:latin typeface="Times New Roman"/>
                  </a:rPr>
                  <a:t>CK &gt;= 1M2</a:t>
                </a:r>
              </a:p>
              <a:p>
                <a:pPr algn="ctr"/>
                <a:r>
                  <a:rPr b="1" dirty="0" lang="en-US" sz="1600">
                    <a:solidFill>
                      <a:schemeClr val="accent6"/>
                    </a:solidFill>
                    <a:latin typeface="Times New Roman"/>
                  </a:rPr>
                  <a:t>Combo liều &gt;= 650K</a:t>
                </a:r>
                <a:endParaRPr b="1" dirty="0" lang="en-US" sz="1600">
                  <a:solidFill>
                    <a:schemeClr val="accent6"/>
                  </a:solidFill>
                  <a:latin typeface="Times New Roman"/>
                </a:endParaRPr>
              </a:p>
            </p:txBody>
          </p:sp>
        </p:grpSp>
        <p:grpSp>
          <p:nvGrpSpPr>
            <p:cNvPr id="20" name="Group 6">
              <a:extLst>
                <a:ext uri="{8D979E0B-CB3B-41E4-BCA1-642B5F1C0B8C}">
                  <a16:creationId xmlns:a16="http://schemas.microsoft.com/office/drawing/2010/main" id="{483D0EED-2D4C-4BAE-B7DA-F4459405123C}"/>
                </a:ext>
              </a:extLst>
            </p:cNvPr>
            <p:cNvGrpSpPr/>
            <p:nvPr/>
          </p:nvGrpSpPr>
          <p:grpSpPr>
            <a:xfrm rot="0">
              <a:off x="2461835" y="300780"/>
              <a:ext cx="2478838" cy="2471895"/>
              <a:chOff x="4434257" y="334266"/>
              <a:chExt cx="2478838" cy="2471895"/>
            </a:xfrm>
          </p:grpSpPr>
          <p:sp>
            <p:nvSpPr>
              <p:cNvPr id="21" name="Star: 5 Points 16">
                <a:extLst>
                  <a:ext uri="{FB702C6D-D0D6-42D5-B05E-26F6FEF342C9}">
                    <a16:creationId xmlns:a16="http://schemas.microsoft.com/office/drawing/2010/main" id="{BE44F4BA-0C60-4F59-876C-1CFD35BAE36A}"/>
                  </a:ext>
                </a:extLst>
              </p:cNvPr>
              <p:cNvSpPr/>
              <p:nvPr/>
            </p:nvSpPr>
            <p:spPr>
              <a:xfrm rot="0">
                <a:off x="4434257" y="334266"/>
                <a:ext cx="2478838" cy="1683753"/>
              </a:xfrm>
              <a:prstGeom prst="star5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lstStyle/>
              <a:p>
                <a:pPr algn="ctr" indent="0" lvl="0" marL="0" marR="0" rtl="false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baseline="0" cap="none" dirty="0" i="0" lang="en-US" spc="0" strike="noStrike" sz="1600" u="none">
                    <a:ln>
                      <a:noFill/>
                    </a:ln>
                    <a:solidFill>
                      <a:srgbClr val="ffffff"/>
                    </a:solidFill>
                    <a:latin typeface="Times New Roman"/>
                  </a:rPr>
                  <a:t>1,6 triệu +++</a:t>
                </a:r>
                <a:endParaRPr b="1" baseline="0" cap="none" dirty="0" i="0" lang="en-US" spc="0" strike="noStrike" sz="1600" u="none">
                  <a:ln>
                    <a:noFill/>
                  </a:ln>
                  <a:solidFill>
                    <a:srgbClr val="ffffff"/>
                  </a:solidFill>
                  <a:latin typeface="Times New Roman"/>
                </a:endParaRPr>
              </a:p>
            </p:txBody>
          </p:sp>
          <p:sp>
            <p:nvSpPr>
              <p:cNvPr id="22" name="Rectangle 17">
                <a:extLst>
                  <a:ext uri="{C02BBBB2-0BA4-4838-ADEF-D66EA8462873}">
                    <a16:creationId xmlns:a16="http://schemas.microsoft.com/office/drawing/2010/main" id="{B915138A-CDF6-4C9E-B298-7D64E3E6543B}"/>
                  </a:ext>
                </a:extLst>
              </p:cNvPr>
              <p:cNvSpPr/>
              <p:nvPr/>
            </p:nvSpPr>
            <p:spPr>
              <a:xfrm rot="0">
                <a:off x="4644612" y="2018020"/>
                <a:ext cx="2058127" cy="788141"/>
              </a:xfrm>
              <a:prstGeom prst="rect">
                <a:avLst/>
              </a:prstGeom>
              <a:ln w="28575">
                <a:solidFill>
                  <a:schemeClr val="accent5">
                    <a:lumMod val="60000"/>
                    <a:lumOff val="40000"/>
                  </a:schemeClr>
                </a:solidFill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anchor="ctr" rtlCol="0"/>
              <a:lstStyle/>
              <a:p>
                <a:pPr algn="ctr"/>
                <a:r>
                  <a:rPr b="1" dirty="0" lang="en-US" sz="1600">
                    <a:solidFill>
                      <a:schemeClr val="accent5"/>
                    </a:solidFill>
                    <a:latin typeface="Times New Roman"/>
                  </a:rPr>
                  <a:t>CK &gt;= 850K</a:t>
                </a:r>
              </a:p>
              <a:p>
                <a:pPr algn="ctr"/>
                <a:r>
                  <a:rPr b="1" dirty="0" lang="en-US" sz="1600">
                    <a:solidFill>
                      <a:schemeClr val="accent5"/>
                    </a:solidFill>
                    <a:latin typeface="Times New Roman"/>
                  </a:rPr>
                  <a:t>Combo liều &gt;= 480K</a:t>
                </a:r>
                <a:endParaRPr b="1" dirty="0" lang="en-US" sz="1600">
                  <a:solidFill>
                    <a:schemeClr val="accent5"/>
                  </a:solidFill>
                  <a:latin typeface="Times New Roman"/>
                </a:endParaRPr>
              </a:p>
            </p:txBody>
          </p:sp>
        </p:grpSp>
      </p:grpSp>
      <p:sp>
        <p:nvSpPr>
          <p:cNvPr id="23" name="Rectangle 11">
            <a:extLst>
              <a:ext uri="{D4BB3134-5383-452F-8CDC-7DD7627888D5}">
                <a16:creationId xmlns:a16="http://schemas.microsoft.com/office/drawing/2010/main" id="{23D95B5B-8807-4769-8262-4B717D2EFED1}"/>
              </a:ext>
            </a:extLst>
          </p:cNvPr>
          <p:cNvSpPr/>
          <p:nvPr/>
        </p:nvSpPr>
        <p:spPr>
          <a:xfrm rot="0">
            <a:off x="374750" y="3141064"/>
            <a:ext cx="10957810" cy="644602"/>
          </a:xfrm>
          <a:prstGeom prst="rect">
            <a:avLst/>
          </a:prstGeom>
          <a:ln w="19050">
            <a:solidFill>
              <a:srgbClr val="ff0000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 rtlCol="0"/>
          <a:lstStyle/>
          <a:p>
            <a:pPr/>
            <a:r>
              <a:rPr b="1" dirty="0" lang="en-US" sz="1500">
                <a:solidFill>
                  <a:schemeClr val="tx1"/>
                </a:solidFill>
                <a:latin typeface="Times New Roman"/>
              </a:rPr>
              <a:t>Lưu ý: </a:t>
            </a:r>
            <a:r>
              <a:rPr dirty="0" lang="en-US" sz="1500">
                <a:solidFill>
                  <a:schemeClr val="tx1"/>
                </a:solidFill>
                <a:latin typeface="Times New Roman"/>
              </a:rPr>
              <a:t>Nhóm </a:t>
            </a:r>
            <a:r>
              <a:rPr b="1" dirty="0" lang="en-US" sz="1500">
                <a:solidFill>
                  <a:srgbClr val="ff0000"/>
                </a:solidFill>
                <a:latin typeface="Times New Roman"/>
              </a:rPr>
              <a:t>CK, Combo liều </a:t>
            </a:r>
            <a:r>
              <a:rPr dirty="0" lang="en-US" sz="1500">
                <a:solidFill>
                  <a:schemeClr val="tx1"/>
                </a:solidFill>
                <a:latin typeface="Times New Roman"/>
              </a:rPr>
              <a:t>bao gồm doanh thu nhóm mã hàng </a:t>
            </a:r>
            <a:r>
              <a:rPr b="1" dirty="0" lang="en-US" sz="1500">
                <a:solidFill>
                  <a:srgbClr val="ff0000"/>
                </a:solidFill>
                <a:latin typeface="Times New Roman"/>
              </a:rPr>
              <a:t>Chiết khấu, Combo liều </a:t>
            </a:r>
            <a:r>
              <a:rPr dirty="0" lang="en-US" sz="1500">
                <a:solidFill>
                  <a:schemeClr val="tx1"/>
                </a:solidFill>
                <a:latin typeface="Times New Roman"/>
              </a:rPr>
              <a:t>(không ghi nhận doanh thu các mã LL)</a:t>
            </a:r>
            <a:endParaRPr dirty="0" lang="en-US" sz="1500">
              <a:solidFill>
                <a:schemeClr val="tx1"/>
              </a:solidFill>
              <a:latin typeface="Times New Roman"/>
            </a:endParaRPr>
          </a:p>
        </p:txBody>
      </p:sp>
    </p:spTree>
    <p:extLst>
      <p:ext uri="{1D8BAC9A-8D4A-4C0A-8ADC-4941253B27B0}">
        <p14:creationId xmlns:p14="http://schemas.microsoft.com/office/powerpoint/2010/main" val="1786171456971"/>
      </p:ext>
    </p:extLst>
  </p:cSld>
  <p:clrMapOvr>
    <a:masterClrMapping/>
  </p:clrMapOvr>
</p:sld>
</file>

<file path=ppt/theme/theme1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cap="flat" w="12700">
          <a:solidFill>
            <a:schemeClr val="phClr"/>
          </a:solidFill>
          <a:prstDash val="solid"/>
          <a:miter lim="800000"/>
        </a:ln>
        <a:ln cap="flat" w="19050">
          <a:solidFill>
            <a:schemeClr val="phClr"/>
          </a:solidFill>
          <a:prstDash val="solid"/>
          <a:miter lim="800000"/>
        </a:ln>
        <a:ln cap="flat" w="25400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 anchor="ctr" rtlCol="0"/>
      <a:lstStyle>
        <a:lvl1pPr algn="ctr" lvl="0"/>
      </a:lstStyle>
      <a:style>
        <a:lnRef idx="2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cap="flat" w="12700">
          <a:solidFill>
            <a:schemeClr val="phClr"/>
          </a:solidFill>
          <a:prstDash val="solid"/>
          <a:miter lim="800000"/>
        </a:ln>
        <a:ln cap="flat" w="19050">
          <a:solidFill>
            <a:schemeClr val="phClr"/>
          </a:solidFill>
          <a:prstDash val="solid"/>
          <a:miter lim="800000"/>
        </a:ln>
        <a:ln cap="flat" w="25400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 anchor="ctr" rtlCol="0"/>
      <a:lstStyle>
        <a:lvl1pPr algn="ctr" lvl="0"/>
      </a:lstStyle>
      <a:style>
        <a:lnRef idx="2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:Properties xmlns:properties="http://schemas.openxmlformats.org/officeDocument/2006/extended-properties" xmlns:vt="http://schemas.openxmlformats.org/officeDocument/2006/docPropsVTypes">
  <properties:AppVersion>3.0000</properties:AppVersion>
  <properties:ScaleCrop>false</properties:ScaleCrop>
  <properties:Company>Company</properties:Company>
  <properties:LinksUpToDate>false</properties:LinksUpToDate>
  <properties:HyperlinksChanged>false</properties:HyperlinksChanged>
  <properties:PresentationFormat>On-Screen Show (4:3)</properties:PresentationFormat>
  <properties:Application>Zoho Show</properties:Application>
  <properties:SharedDoc>false</properties:SharedDoc>
</properties: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Slide 1</dc:title>
  <cp:revision>1</cp:revision>
  <dc:creator/>
  <cp:lastModifiedBy/>
  <dcterms:created xsi:type="dcterms:W3CDTF">2026-07-08T04:14:24Z</dcterms:created>
  <dcterms:modified xsi:type="dcterms:W3CDTF">2026-07-08T04:54:30Z</dcterms:modified>
</cp:coreProperties>
</file>