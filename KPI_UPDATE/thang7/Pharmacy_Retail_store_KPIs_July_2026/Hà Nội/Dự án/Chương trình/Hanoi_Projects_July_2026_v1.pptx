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Default ContentType="image/png" Extension="png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media/img_cc_black.png" Type="http://schemas.openxmlformats.org/officeDocument/2006/relationships/image"/><Relationship Id="rId2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</p:sldIdLst>
  <p:sldSz cx="12192000" cy="6858000" type="custom"/>
  <p:notesSz cx="12192000" cy="6858000"/>
  <p:embeddedFontLst/>
  <p:custDataLst/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tableStyles.xml" Type="http://schemas.openxmlformats.org/officeDocument/2006/relationships/tableStyles"/><Relationship Id="rId7" Target="presProps.xml" Type="http://schemas.openxmlformats.org/officeDocument/2006/relationships/presProps"/><Relationship Id="rId8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820885D1-A115-4B16-BB6A-3FF23EE83E49}">
                <a16:creationId xmlns:a16="http://schemas.microsoft.com/office/drawing/2010/main" id="{68C73B95-1526-4A01-AD3E-DA7D135FFFDF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524000" y="1122363"/>
            <a:ext cx="9144000" cy="2387600"/>
          </a:xfrm>
        </p:spPr>
        <p:txBody>
          <a:bodyPr anchor="b" rtlCol="0"/>
          <a:lstStyle>
            <a:lvl1pPr algn="ctr" lvl="0">
              <a:defRPr dirty="0" lang="en-US" sz="6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44734921-0039-4FFB-A91F-F0A7EFDDB5AA}">
                <a16:creationId xmlns:a16="http://schemas.microsoft.com/office/drawing/2010/main" id="{A6811630-C1A1-41E6-B957-18342978638C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524000" y="3602038"/>
            <a:ext cx="9144000" cy="1655762"/>
          </a:xfrm>
        </p:spPr>
        <p:txBody>
          <a:bodyPr rtlCol="0"/>
          <a:lstStyle>
            <a:lvl1pPr algn="ctr" indent="0" lvl="0" marL="0">
              <a:buNone/>
              <a:defRPr dirty="0" lang="en-US" sz="2400"/>
            </a:lvl1pPr>
            <a:lvl2pPr algn="ctr" indent="0" lvl="1" marL="457200">
              <a:buNone/>
              <a:defRPr dirty="0" lang="en-US" sz="2000"/>
            </a:lvl2pPr>
            <a:lvl3pPr algn="ctr" indent="0" lvl="2" marL="914400">
              <a:buNone/>
              <a:defRPr dirty="0" lang="en-US" sz="1800"/>
            </a:lvl3pPr>
            <a:lvl4pPr algn="ctr" indent="0" lvl="3" marL="1371600">
              <a:buNone/>
              <a:defRPr dirty="0" lang="en-US" sz="1600"/>
            </a:lvl4pPr>
            <a:lvl5pPr algn="ctr" indent="0" lvl="4" marL="1828800">
              <a:buNone/>
              <a:defRPr dirty="0" lang="en-US" sz="1600"/>
            </a:lvl5pPr>
            <a:lvl6pPr algn="ctr" indent="0" lvl="5" marL="2286000">
              <a:buNone/>
              <a:defRPr dirty="0" lang="en-US" sz="1600"/>
            </a:lvl6pPr>
            <a:lvl7pPr algn="ctr" indent="0" lvl="6" marL="2743200">
              <a:buNone/>
              <a:defRPr dirty="0" lang="en-US" sz="1600"/>
            </a:lvl7pPr>
            <a:lvl8pPr algn="ctr" indent="0" lvl="7" marL="3200400">
              <a:buNone/>
              <a:defRPr dirty="0" lang="en-US" sz="1600"/>
            </a:lvl8pPr>
            <a:lvl9pPr algn="ctr" indent="0" lvl="8" marL="3657600">
              <a:buNone/>
              <a:defRPr dirty="0" lang="en-US" sz="1600"/>
            </a:lvl9pPr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4" name="Date Placeholder 3">
            <a:extLst>
              <a:ext uri="{273D342F-1C97-436D-B025-D270576BCFAF}">
                <a16:creationId xmlns:a16="http://schemas.microsoft.com/office/drawing/2010/main" id="{559B2628-0600-485D-8517-67FB3F50697B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DC98BC18-85AB-4290-AD74-8CD2D40D494C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E1B58510-9EFC-4D14-A386-FB14CF0BEE30}">
                <a16:creationId xmlns:a16="http://schemas.microsoft.com/office/drawing/2010/main" id="{FC8027D6-F82E-4DBC-AB84-D0CDA0202925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A6F24FFD-1C83-4505-A387-715BE9C0ECFC}">
                <a16:creationId xmlns:a16="http://schemas.microsoft.com/office/drawing/2010/main" id="{CFF9469A-6532-4F1F-8130-F6688BA08444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D9A73F78-A055-4984-A8D4-DD3500465ADF}" type="slidenum"/>
            <a:endParaRPr dirty="0" lang="en-US"/>
          </a:p>
        </p:txBody>
      </p:sp>
    </p:spTree>
    <p:extLst>
      <p:ext uri="{49A85984-FEF5-44BE-B19E-E99251E87050}">
        <p14:creationId xmlns:p14="http://schemas.microsoft.com/office/powerpoint/2010/main" val="1786171456934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16979D63-EE20-46EA-B1DC-602C75BD7A8C}">
                <a16:creationId xmlns:a16="http://schemas.microsoft.com/office/drawing/2010/main" id="{BF2A4195-0073-4DA8-99C1-6A5A3FE03148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E817E91F-FCAB-42B7-A610-B15C086753D6}">
                <a16:creationId xmlns:a16="http://schemas.microsoft.com/office/drawing/2010/main" id="{4353367A-B113-4596-B749-1EDFB3CF2EB3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E4AFFC70-B21D-472D-A97B-ABD50EF104F9}">
                <a16:creationId xmlns:a16="http://schemas.microsoft.com/office/drawing/2010/main" id="{5C773C4F-CB9F-4A4D-B543-D5702E7F46A6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AE063FCC-3573-44CB-97F3-53DAC843352A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B075FB16-D522-4FC7-A3C4-763BA32DD9F4}">
                <a16:creationId xmlns:a16="http://schemas.microsoft.com/office/drawing/2010/main" id="{81820258-4EBD-4105-8C71-CAC1A3A6528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1E17B5B4-17A4-4572-A2FC-5F42A0335161}">
                <a16:creationId xmlns:a16="http://schemas.microsoft.com/office/drawing/2010/main" id="{4F5123F8-FE00-45D6-BED5-3C8D765D75B2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6467BDBE-37E5-48E6-89FF-56264951017F}" type="slidenum"/>
            <a:endParaRPr dirty="0" lang="en-US"/>
          </a:p>
        </p:txBody>
      </p:sp>
    </p:spTree>
    <p:extLst>
      <p:ext uri="{8B38E40F-E29C-424F-AD23-A5B4934580AA}">
        <p14:creationId xmlns:p14="http://schemas.microsoft.com/office/powerpoint/2010/main" val="1786171456935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019CFD2F-1885-4A5A-8E5E-D5405F358898}">
                <a16:creationId xmlns:a16="http://schemas.microsoft.com/office/drawing/2010/main" id="{20B78D3B-EFDE-473D-BEBD-EC17ADB26CA0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1849" y="1709738"/>
            <a:ext cx="10515600" cy="2852737"/>
          </a:xfrm>
        </p:spPr>
        <p:txBody>
          <a:bodyPr anchor="b" rtlCol="0"/>
          <a:lstStyle>
            <a:lvl1pPr lvl="0">
              <a:defRPr dirty="0" lang="en-US" sz="6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96CD0723-9011-47E7-AD80-0A4D928F8CC2}">
                <a16:creationId xmlns:a16="http://schemas.microsoft.com/office/drawing/2010/main" id="{432AD041-B817-4911-A50E-5587DC60E990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1849" y="4589463"/>
            <a:ext cx="10515600" cy="1500187"/>
          </a:xfrm>
        </p:spPr>
        <p:txBody>
          <a:bodyPr rtlCol="0"/>
          <a:lstStyle>
            <a:lvl1pPr indent="0" lvl="0" marL="0">
              <a:buNone/>
              <a:defRPr dirty="0" lang="en-US" sz="2400">
                <a:solidFill>
                  <a:schemeClr val="tx1">
                    <a:tint val="82000"/>
                  </a:schemeClr>
                </a:solidFill>
              </a:defRPr>
            </a:lvl1pPr>
            <a:lvl2pPr indent="0" lvl="1" marL="457200">
              <a:buNone/>
              <a:defRPr dirty="0" lang="en-US" sz="2000">
                <a:solidFill>
                  <a:schemeClr val="tx1">
                    <a:tint val="82000"/>
                  </a:schemeClr>
                </a:solidFill>
              </a:defRPr>
            </a:lvl2pPr>
            <a:lvl3pPr indent="0" lvl="2" marL="914400">
              <a:buNone/>
              <a:defRPr dirty="0" lang="en-US" sz="1800">
                <a:solidFill>
                  <a:schemeClr val="tx1">
                    <a:tint val="82000"/>
                  </a:schemeClr>
                </a:solidFill>
              </a:defRPr>
            </a:lvl3pPr>
            <a:lvl4pPr indent="0" lvl="3" marL="13716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4pPr>
            <a:lvl5pPr indent="0" lvl="4" marL="18288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5pPr>
            <a:lvl6pPr indent="0" lvl="5" marL="22860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6pPr>
            <a:lvl7pPr indent="0" lvl="6" marL="27432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7pPr>
            <a:lvl8pPr indent="0" lvl="7" marL="32004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8pPr>
            <a:lvl9pPr indent="0" lvl="8" marL="36576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Date Placeholder 3">
            <a:extLst>
              <a:ext uri="{59667A2C-A0EC-4B46-A2E7-E0B581D21E52}">
                <a16:creationId xmlns:a16="http://schemas.microsoft.com/office/drawing/2010/main" id="{BF096AFA-CA6B-4416-9EBA-F3D4411D6E15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8FBB9208-2B51-4389-91EE-497E5692CDB1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5BA0DFAF-9678-4628-ADF9-2230FC1267BB}">
                <a16:creationId xmlns:a16="http://schemas.microsoft.com/office/drawing/2010/main" id="{1E04F96A-7482-4B78-B91B-CF06B99B0C30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B2414F59-5B42-4A35-8325-E824996912D6}">
                <a16:creationId xmlns:a16="http://schemas.microsoft.com/office/drawing/2010/main" id="{2AE9897D-545C-496B-9B5B-CA6AF5B582ED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5865AEA3-3893-41F7-AD44-61A0151AC4E9}" type="slidenum"/>
            <a:endParaRPr dirty="0" lang="en-US"/>
          </a:p>
        </p:txBody>
      </p:sp>
    </p:spTree>
    <p:extLst>
      <p:ext uri="{E2875B9C-7741-4FD5-9A5F-4E83502E520E}">
        <p14:creationId xmlns:p14="http://schemas.microsoft.com/office/powerpoint/2010/main" val="1786171456935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91ABBA8E-50F1-4CED-BF99-83C2F076ED34}">
                <a16:creationId xmlns:a16="http://schemas.microsoft.com/office/drawing/2010/main" id="{23295A8D-239B-471D-8B50-E1954846B24B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25CD9B8C-62C2-40D7-A894-F5F0C387EEA5}">
                <a16:creationId xmlns:a16="http://schemas.microsoft.com/office/drawing/2010/main" id="{74D5F959-7DF0-431B-8042-8C202BBA1517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838200" y="1825625"/>
            <a:ext cx="5181600" cy="435133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Content Placeholder 3">
            <a:extLst>
              <a:ext uri="{AC13E771-9E87-47C2-8D0D-AB857056F028}">
                <a16:creationId xmlns:a16="http://schemas.microsoft.com/office/drawing/2010/main" id="{9D552202-6518-4939-BBB4-2FACA4F74073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6172200" y="1825625"/>
            <a:ext cx="5181600" cy="435133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Date Placeholder 4">
            <a:extLst>
              <a:ext uri="{99D94A3C-81B3-40E7-864D-9DEE02E13CFB}">
                <a16:creationId xmlns:a16="http://schemas.microsoft.com/office/drawing/2010/main" id="{F0FA9428-39C4-464A-9210-CE0151E16173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51D516C6-2A7E-4C8D-AF99-CA983C9ED474}" type="datetime1">
              <a:t>8/7/2026</a:t>
            </a:fld>
            <a:endParaRPr dirty="0" lang="en-US"/>
          </a:p>
        </p:txBody>
      </p:sp>
      <p:sp>
        <p:nvSpPr>
          <p:cNvPr id="6" name="Footer Placeholder 5">
            <a:extLst>
              <a:ext uri="{0CBE69AE-A8E7-457B-945D-FE394DD20D43}">
                <a16:creationId xmlns:a16="http://schemas.microsoft.com/office/drawing/2010/main" id="{31704423-161E-4F4B-9B8D-1A8BA8FBC0BA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483977C4-7B30-4914-8BF2-1C43344FD099}">
                <a16:creationId xmlns:a16="http://schemas.microsoft.com/office/drawing/2010/main" id="{CEF2EC99-9968-4A56-88BC-1D30544EC1E2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765A29B8-8BB8-4AE8-83F3-F0AF99664D69}" type="slidenum"/>
            <a:endParaRPr dirty="0" lang="en-US"/>
          </a:p>
        </p:txBody>
      </p:sp>
    </p:spTree>
    <p:extLst>
      <p:ext uri="{27267656-9256-4178-96A1-534B51D4DF52}">
        <p14:creationId xmlns:p14="http://schemas.microsoft.com/office/powerpoint/2010/main" val="1786171456936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C56A27C-4385-45CB-A302-E2A362C0F284}">
                <a16:creationId xmlns:a16="http://schemas.microsoft.com/office/drawing/2010/main" id="{9E3DA004-8C74-4D5C-AB0B-8BAE5110EC1A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9788" y="365125"/>
            <a:ext cx="10515600" cy="1325563"/>
          </a:xfrm>
        </p:spPr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A09CE4F1-44CB-4C11-B93D-1AB66A697DBC}">
                <a16:creationId xmlns:a16="http://schemas.microsoft.com/office/drawing/2010/main" id="{CE655381-7F37-4E99-8208-87443F90CC64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9788" y="1681163"/>
            <a:ext cx="5157787" cy="823912"/>
          </a:xfrm>
        </p:spPr>
        <p:txBody>
          <a:bodyPr anchor="b" rtlCol="0"/>
          <a:lstStyle>
            <a:lvl1pPr indent="0" lvl="0" marL="0">
              <a:buNone/>
              <a:defRPr b="1" dirty="0" lang="en-US" sz="2400"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3">
            <a:extLst>
              <a:ext uri="{3144C559-960B-4ACA-9CAB-7D096C4DC129}">
                <a16:creationId xmlns:a16="http://schemas.microsoft.com/office/drawing/2010/main" id="{4F011AF3-664D-4267-A1FF-FFC00AB8A91B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839788" y="2505075"/>
            <a:ext cx="5157787" cy="368458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ext Placeholder 4">
            <a:extLst>
              <a:ext uri="{7838BEF8-5152-4D1F-874F-375EA645D776}">
                <a16:creationId xmlns:a16="http://schemas.microsoft.com/office/drawing/2010/main" id="{B380F37C-893F-4141-8575-122644D073C1}"/>
              </a:ext>
            </a:extLst>
          </p:cNvPr>
          <p:cNvSpPr>
            <a:spLocks noGrp="true"/>
          </p:cNvSpPr>
          <p:nvPr>
            <p:ph idx="3" type="body"/>
          </p:nvPr>
        </p:nvSpPr>
        <p:spPr>
          <a:xfrm rot="0">
            <a:off x="6172200" y="1681163"/>
            <a:ext cx="5183187" cy="823912"/>
          </a:xfrm>
        </p:spPr>
        <p:txBody>
          <a:bodyPr anchor="b" rtlCol="0"/>
          <a:lstStyle>
            <a:lvl1pPr indent="0" lvl="0" marL="0">
              <a:buNone/>
              <a:defRPr b="1" dirty="0" lang="en-US" sz="2400"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6" name="Content Placeholder 5">
            <a:extLst>
              <a:ext uri="{9D112368-00C1-4CA2-9B01-B2C25001B028}">
                <a16:creationId xmlns:a16="http://schemas.microsoft.com/office/drawing/2010/main" id="{A149011E-0842-4D90-97B4-1E369654E6A1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6172200" y="2505075"/>
            <a:ext cx="5183187" cy="368458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7" name="Date Placeholder 6">
            <a:extLst>
              <a:ext uri="{65ED3544-A0B8-4AB3-A881-73200905F032}">
                <a16:creationId xmlns:a16="http://schemas.microsoft.com/office/drawing/2010/main" id="{E1B732EF-849A-45F7-9FE2-F3E118BB7201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D40CCB98-219A-4A75-BB07-96B8AEDD1B87}" type="datetime1">
              <a:t>8/7/2026</a:t>
            </a:fld>
            <a:endParaRPr dirty="0" lang="en-US"/>
          </a:p>
        </p:txBody>
      </p:sp>
      <p:sp>
        <p:nvSpPr>
          <p:cNvPr id="8" name="Footer Placeholder 7">
            <a:extLst>
              <a:ext uri="{8936649C-8FF3-4477-8FCA-2A9AB7863939}">
                <a16:creationId xmlns:a16="http://schemas.microsoft.com/office/drawing/2010/main" id="{FD40828D-DA46-406B-84BC-C3E9D42C9FEE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9" name="Slide Number Placeholder 8">
            <a:extLst>
              <a:ext uri="{375D0142-E934-447E-BED3-E6803E510383}">
                <a16:creationId xmlns:a16="http://schemas.microsoft.com/office/drawing/2010/main" id="{ECA123A3-4CB9-420A-97F1-ACD2E31C4FFB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AC434BBD-EA62-4753-BDB1-282A32F635F2}" type="slidenum"/>
            <a:endParaRPr dirty="0" lang="en-US"/>
          </a:p>
        </p:txBody>
      </p:sp>
    </p:spTree>
    <p:extLst>
      <p:ext uri="{3A3AE35F-7664-49EB-8F5C-58A87AC2A6D4}">
        <p14:creationId xmlns:p14="http://schemas.microsoft.com/office/powerpoint/2010/main" val="1786171456936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975829C3-15A9-489D-872D-B485E0E7B2A6}">
                <a16:creationId xmlns:a16="http://schemas.microsoft.com/office/drawing/2010/main" id="{8A05AA8A-BAAC-4AE4-9821-009FD52AE553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Date Placeholder 2">
            <a:extLst>
              <a:ext uri="{D5056804-2FB4-42C0-A621-CF74AB914345}">
                <a16:creationId xmlns:a16="http://schemas.microsoft.com/office/drawing/2010/main" id="{15100156-3BFC-4C12-9FB7-0EAB4823F2A1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42252D58-72E2-4B94-94B7-9935CF8F8307}" type="datetime1">
              <a:t>8/7/2026</a:t>
            </a:fld>
            <a:endParaRPr dirty="0" lang="en-US"/>
          </a:p>
        </p:txBody>
      </p:sp>
      <p:sp>
        <p:nvSpPr>
          <p:cNvPr id="4" name="Footer Placeholder 3">
            <a:extLst>
              <a:ext uri="{99F8958B-8A36-4313-B7ED-B61DBDE08791}">
                <a16:creationId xmlns:a16="http://schemas.microsoft.com/office/drawing/2010/main" id="{1C85A4EC-F415-4BBE-BA71-086E3D1AC4D5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Slide Number Placeholder 4">
            <a:extLst>
              <a:ext uri="{805902BC-2A1F-4479-984D-7E9E1AA7A556}">
                <a16:creationId xmlns:a16="http://schemas.microsoft.com/office/drawing/2010/main" id="{3E2C69D6-C2EC-46C6-9E38-F99D1B5334CC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636C740B-B1D6-40C5-B5BF-F733E3F9DB79}" type="slidenum"/>
            <a:endParaRPr dirty="0" lang="en-US"/>
          </a:p>
        </p:txBody>
      </p:sp>
    </p:spTree>
    <p:extLst>
      <p:ext uri="{61580448-F0DD-44C0-8140-ED4365F707BF}">
        <p14:creationId xmlns:p14="http://schemas.microsoft.com/office/powerpoint/2010/main" val="1786171456937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8C9C47C-C0AF-4977-B60B-705033C3A52A}">
                <a16:creationId xmlns:a16="http://schemas.microsoft.com/office/drawing/2010/main" id="{BE4830E7-2169-41E8-9A1E-227B05AB4BAF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8B50763C-589F-4C38-BD68-92D923F92744}" type="datetime1">
              <a:t>8/7/2026</a:t>
            </a:fld>
            <a:endParaRPr dirty="0" lang="en-US"/>
          </a:p>
        </p:txBody>
      </p:sp>
      <p:sp>
        <p:nvSpPr>
          <p:cNvPr id="3" name="Footer Placeholder 2">
            <a:extLst>
              <a:ext uri="{4E1E1721-0BA8-41C3-BC6C-240E915FA185}">
                <a16:creationId xmlns:a16="http://schemas.microsoft.com/office/drawing/2010/main" id="{48BFE432-2499-4AAC-A5E5-E9D3AB8F074E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Slide Number Placeholder 3">
            <a:extLst>
              <a:ext uri="{422DE375-E0A3-4BBC-AA6B-138F67E6A88F}">
                <a16:creationId xmlns:a16="http://schemas.microsoft.com/office/drawing/2010/main" id="{F7338F71-67C1-47BB-A38D-D5B5D6D78C7F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B3EFB469-01AA-4709-A586-563A1F0E56B4}" type="slidenum"/>
            <a:endParaRPr dirty="0" lang="en-US"/>
          </a:p>
        </p:txBody>
      </p:sp>
    </p:spTree>
    <p:extLst>
      <p:ext uri="{E182A90E-3209-4CD1-9EA1-F71C06A0DDED}">
        <p14:creationId xmlns:p14="http://schemas.microsoft.com/office/powerpoint/2010/main" val="1786171456937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10B2D4A2-50A9-47AC-9935-7274A04B9B4F}">
                <a16:creationId xmlns:a16="http://schemas.microsoft.com/office/drawing/2010/main" id="{ADC6BAFD-8BC8-4A12-90E0-9666FCC98967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9788" y="457200"/>
            <a:ext cx="3932237" cy="1600200"/>
          </a:xfrm>
        </p:spPr>
        <p:txBody>
          <a:bodyPr anchor="b" rtlCol="0"/>
          <a:lstStyle>
            <a:lvl1pPr lvl="0">
              <a:defRPr dirty="0" lang="en-US" sz="32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AE8E4CFE-BDB8-4D64-80D0-1101E655DAD8}">
                <a16:creationId xmlns:a16="http://schemas.microsoft.com/office/drawing/2010/main" id="{816AA2F0-9634-4840-A6F8-D7C8B1F1A06C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5183187" y="987425"/>
            <a:ext cx="6172200" cy="4873625"/>
          </a:xfrm>
        </p:spPr>
        <p:txBody>
          <a:bodyPr rtlCol="0"/>
          <a:lstStyle>
            <a:lvl1pPr lvl="0">
              <a:defRPr dirty="0" lang="en-US" sz="3200"/>
            </a:lvl1pPr>
            <a:lvl2pPr lvl="1">
              <a:defRPr dirty="0" lang="en-US" sz="2800"/>
            </a:lvl2pPr>
            <a:lvl3pPr lvl="2">
              <a:defRPr dirty="0" lang="en-US" sz="2400"/>
            </a:lvl3pPr>
            <a:lvl4pPr lvl="3">
              <a:defRPr dirty="0" lang="en-US" sz="2000"/>
            </a:lvl4pPr>
            <a:lvl5pPr lvl="4">
              <a:defRPr dirty="0" lang="en-US" sz="2000"/>
            </a:lvl5pPr>
            <a:lvl6pPr lvl="5">
              <a:defRPr dirty="0" lang="en-US" sz="2000"/>
            </a:lvl6pPr>
            <a:lvl7pPr lvl="6">
              <a:defRPr dirty="0" lang="en-US" sz="2000"/>
            </a:lvl7pPr>
            <a:lvl8pPr lvl="7">
              <a:defRPr dirty="0" lang="en-US" sz="2000"/>
            </a:lvl8pPr>
            <a:lvl9pPr lvl="8">
              <a:defRPr dirty="0" lang="en-US" sz="2000"/>
            </a:lvl9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Text Placeholder 3">
            <a:extLst>
              <a:ext uri="{418DD329-9478-409F-8475-DE79812493CE}">
                <a16:creationId xmlns:a16="http://schemas.microsoft.com/office/drawing/2010/main" id="{3D3A4772-97F7-4989-9D19-975B92CF8DF8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839788" y="2057400"/>
            <a:ext cx="3932237" cy="3811587"/>
          </a:xfrm>
        </p:spPr>
        <p:txBody>
          <a:bodyPr rtlCol="0"/>
          <a:lstStyle>
            <a:lvl1pPr indent="0" lvl="0" marL="0">
              <a:buNone/>
              <a:defRPr dirty="0" lang="en-US" sz="1600"/>
            </a:lvl1pPr>
            <a:lvl2pPr indent="0" lvl="1" marL="457200">
              <a:buNone/>
              <a:defRPr dirty="0" lang="en-US" sz="1400"/>
            </a:lvl2pPr>
            <a:lvl3pPr indent="0" lvl="2" marL="914400">
              <a:buNone/>
              <a:defRPr dirty="0" lang="en-US" sz="1200"/>
            </a:lvl3pPr>
            <a:lvl4pPr indent="0" lvl="3" marL="1371600">
              <a:buNone/>
              <a:defRPr dirty="0" lang="en-US" sz="1000"/>
            </a:lvl4pPr>
            <a:lvl5pPr indent="0" lvl="4" marL="1828800">
              <a:buNone/>
              <a:defRPr dirty="0" lang="en-US" sz="1000"/>
            </a:lvl5pPr>
            <a:lvl6pPr indent="0" lvl="5" marL="2286000">
              <a:buNone/>
              <a:defRPr dirty="0" lang="en-US" sz="1000"/>
            </a:lvl6pPr>
            <a:lvl7pPr indent="0" lvl="6" marL="2743200">
              <a:buNone/>
              <a:defRPr dirty="0" lang="en-US" sz="1000"/>
            </a:lvl7pPr>
            <a:lvl8pPr indent="0" lvl="7" marL="3200400">
              <a:buNone/>
              <a:defRPr dirty="0" lang="en-US" sz="1000"/>
            </a:lvl8pPr>
            <a:lvl9pPr indent="0" lvl="8" marL="3657600">
              <a:buNone/>
              <a:defRPr dirty="0" lang="en-US" sz="1000"/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Date Placeholder 4">
            <a:extLst>
              <a:ext uri="{A2739AFC-B485-4C96-8DE9-829175A653DB}">
                <a16:creationId xmlns:a16="http://schemas.microsoft.com/office/drawing/2010/main" id="{CD66ACDD-2EAA-47CA-A953-A603F8B60CAC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E1A1F444-A421-49A9-A827-AE6B6A5C3804}" type="datetime1">
              <a:t>8/7/2026</a:t>
            </a:fld>
            <a:endParaRPr dirty="0" lang="en-US"/>
          </a:p>
        </p:txBody>
      </p:sp>
      <p:sp>
        <p:nvSpPr>
          <p:cNvPr id="6" name="Footer Placeholder 5">
            <a:extLst>
              <a:ext uri="{117B5BFB-EDD4-41B8-AE69-9906D49272C1}">
                <a16:creationId xmlns:a16="http://schemas.microsoft.com/office/drawing/2010/main" id="{66A8817C-A781-42E3-8843-BB4D5713228E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73DDD725-72BA-45BF-9998-B4FDB832DCFD}">
                <a16:creationId xmlns:a16="http://schemas.microsoft.com/office/drawing/2010/main" id="{0C283804-21B9-4101-8D04-3BD0DF2D6568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944E7376-1E0A-48BA-85B5-4F45799E1D43}" type="slidenum"/>
            <a:endParaRPr dirty="0" lang="en-US"/>
          </a:p>
        </p:txBody>
      </p:sp>
    </p:spTree>
    <p:extLst>
      <p:ext uri="{9FDC853B-F4AF-4E54-B46D-0411A4FDB493}">
        <p14:creationId xmlns:p14="http://schemas.microsoft.com/office/powerpoint/2010/main" val="1786171456937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4B92B38-760E-4BE8-8814-7890917DD487}">
                <a16:creationId xmlns:a16="http://schemas.microsoft.com/office/drawing/2010/main" id="{32728BDF-FA59-4D44-9313-A6C7ED1119D4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9788" y="457200"/>
            <a:ext cx="3932237" cy="1600200"/>
          </a:xfrm>
        </p:spPr>
        <p:txBody>
          <a:bodyPr anchor="b" rtlCol="0"/>
          <a:lstStyle>
            <a:lvl1pPr lvl="0">
              <a:defRPr dirty="0" lang="en-US" sz="32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88667683-9530-418E-BAD9-E6C823198FA8}">
                <a16:creationId xmlns:a16="http://schemas.microsoft.com/office/drawing/2010/main" id="{00F6C364-DA83-49EA-8A5B-15EDF121A029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5183187" y="987425"/>
            <a:ext cx="6172200" cy="4873625"/>
          </a:xfrm>
        </p:spPr>
        <p:txBody>
          <a:bodyPr rtlCol="0"/>
          <a:lstStyle>
            <a:lvl1pPr indent="0" lvl="0" marL="0">
              <a:buNone/>
              <a:defRPr dirty="0" lang="en-US" sz="3200"/>
            </a:lvl1pPr>
            <a:lvl2pPr indent="0" lvl="1" marL="457200">
              <a:buNone/>
              <a:defRPr dirty="0" lang="en-US" sz="2800"/>
            </a:lvl2pPr>
            <a:lvl3pPr indent="0" lvl="2" marL="914400">
              <a:buNone/>
              <a:defRPr dirty="0" lang="en-US" sz="2400"/>
            </a:lvl3pPr>
            <a:lvl4pPr indent="0" lvl="3" marL="1371600">
              <a:buNone/>
              <a:defRPr dirty="0" lang="en-US" sz="2000"/>
            </a:lvl4pPr>
            <a:lvl5pPr indent="0" lvl="4" marL="1828800">
              <a:buNone/>
              <a:defRPr dirty="0" lang="en-US" sz="2000"/>
            </a:lvl5pPr>
            <a:lvl6pPr indent="0" lvl="5" marL="2286000">
              <a:buNone/>
              <a:defRPr dirty="0" lang="en-US" sz="2000"/>
            </a:lvl6pPr>
            <a:lvl7pPr indent="0" lvl="6" marL="2743200">
              <a:buNone/>
              <a:defRPr dirty="0" lang="en-US" sz="2000"/>
            </a:lvl7pPr>
            <a:lvl8pPr indent="0" lvl="7" marL="3200400">
              <a:buNone/>
              <a:defRPr dirty="0" lang="en-US" sz="2000"/>
            </a:lvl8pPr>
            <a:lvl9pPr indent="0" lvl="8" marL="3657600">
              <a:buNone/>
              <a:defRPr dirty="0" lang="en-US" sz="2000"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Text Placeholder 3">
            <a:extLst>
              <a:ext uri="{0A52ADC9-0260-4E47-B72E-2CF04436F5EA}">
                <a16:creationId xmlns:a16="http://schemas.microsoft.com/office/drawing/2010/main" id="{A24791A1-FECF-4F5E-8B2E-6227CAEB3828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839788" y="2057400"/>
            <a:ext cx="3932237" cy="3811587"/>
          </a:xfrm>
        </p:spPr>
        <p:txBody>
          <a:bodyPr rtlCol="0"/>
          <a:lstStyle>
            <a:lvl1pPr indent="0" lvl="0" marL="0">
              <a:buNone/>
              <a:defRPr dirty="0" lang="en-US" sz="1600"/>
            </a:lvl1pPr>
            <a:lvl2pPr indent="0" lvl="1" marL="457200">
              <a:buNone/>
              <a:defRPr dirty="0" lang="en-US" sz="1400"/>
            </a:lvl2pPr>
            <a:lvl3pPr indent="0" lvl="2" marL="914400">
              <a:buNone/>
              <a:defRPr dirty="0" lang="en-US" sz="1200"/>
            </a:lvl3pPr>
            <a:lvl4pPr indent="0" lvl="3" marL="1371600">
              <a:buNone/>
              <a:defRPr dirty="0" lang="en-US" sz="1000"/>
            </a:lvl4pPr>
            <a:lvl5pPr indent="0" lvl="4" marL="1828800">
              <a:buNone/>
              <a:defRPr dirty="0" lang="en-US" sz="1000"/>
            </a:lvl5pPr>
            <a:lvl6pPr indent="0" lvl="5" marL="2286000">
              <a:buNone/>
              <a:defRPr dirty="0" lang="en-US" sz="1000"/>
            </a:lvl6pPr>
            <a:lvl7pPr indent="0" lvl="6" marL="2743200">
              <a:buNone/>
              <a:defRPr dirty="0" lang="en-US" sz="1000"/>
            </a:lvl7pPr>
            <a:lvl8pPr indent="0" lvl="7" marL="3200400">
              <a:buNone/>
              <a:defRPr dirty="0" lang="en-US" sz="1000"/>
            </a:lvl8pPr>
            <a:lvl9pPr indent="0" lvl="8" marL="3657600">
              <a:buNone/>
              <a:defRPr dirty="0" lang="en-US" sz="1000"/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Date Placeholder 4">
            <a:extLst>
              <a:ext uri="{E3424568-04A7-4C17-9AE5-4C3B4359D298}">
                <a16:creationId xmlns:a16="http://schemas.microsoft.com/office/drawing/2010/main" id="{FCFF0A54-5500-4AFA-AFFC-DD31B0D75AE1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436983E6-93EC-468F-8C5D-28B616A8A22F}" type="datetime1">
              <a:t>8/7/2026</a:t>
            </a:fld>
            <a:endParaRPr dirty="0" lang="en-US"/>
          </a:p>
        </p:txBody>
      </p:sp>
      <p:sp>
        <p:nvSpPr>
          <p:cNvPr id="6" name="Footer Placeholder 5">
            <a:extLst>
              <a:ext uri="{2791C5FF-525E-42C2-8958-FC402A5A4036}">
                <a16:creationId xmlns:a16="http://schemas.microsoft.com/office/drawing/2010/main" id="{9235B3E5-8560-4085-AADF-5489B3D8E958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B898DA29-B82D-4410-B24F-754B1113A4D8}">
                <a16:creationId xmlns:a16="http://schemas.microsoft.com/office/drawing/2010/main" id="{276AC423-3D13-4D85-B8D0-A59B762942EC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0AB56118-415E-45F6-90D3-47E8BB0AB5A6}" type="slidenum"/>
            <a:endParaRPr dirty="0" lang="en-US"/>
          </a:p>
        </p:txBody>
      </p:sp>
    </p:spTree>
    <p:extLst>
      <p:ext uri="{D292B0F1-F167-436F-A630-0D89CC703238}">
        <p14:creationId xmlns:p14="http://schemas.microsoft.com/office/powerpoint/2010/main" val="1786171456938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152C286C-4A9D-45E8-96EB-E8D508FD252D}">
                <a16:creationId xmlns:a16="http://schemas.microsoft.com/office/drawing/2010/main" id="{715DF783-C60C-4DA4-BAAD-B59954613476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Vertical Text Placeholder 2">
            <a:extLst>
              <a:ext uri="{80B7C838-75F7-4D4F-BDD4-38199D95C15E}">
                <a16:creationId xmlns:a16="http://schemas.microsoft.com/office/drawing/2010/main" id="{C3364137-0A47-4F6C-84A8-635974DD5619}"/>
              </a:ext>
            </a:extLst>
          </p:cNvPr>
          <p:cNvSpPr>
            <a:spLocks noGrp="true"/>
          </p:cNvSpPr>
          <p:nvPr>
            <p:ph idx="1" type="body"/>
          </p:nvPr>
        </p:nvSpPr>
        <p:spPr/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1C578893-7FB4-401B-931A-BB309C676799}">
                <a16:creationId xmlns:a16="http://schemas.microsoft.com/office/drawing/2010/main" id="{CEF237EE-60FD-4E4B-B4E6-E6CD0BBCA251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F64C6CB1-C5BF-4ABC-B999-E54157567486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E43BDA92-F7EB-47BE-A22C-6316DA25FEBD}">
                <a16:creationId xmlns:a16="http://schemas.microsoft.com/office/drawing/2010/main" id="{7E4BA227-3199-4419-89BF-35FACEF9FEA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7D2680D6-EB50-4944-8545-FD8ACBF66D0C}">
                <a16:creationId xmlns:a16="http://schemas.microsoft.com/office/drawing/2010/main" id="{6E44689D-FE3F-4127-8D33-893FFB357880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901B9A21-745B-4F4C-8767-B400F43FF2CE}" type="slidenum"/>
            <a:endParaRPr dirty="0" lang="en-US"/>
          </a:p>
        </p:txBody>
      </p:sp>
    </p:spTree>
    <p:extLst>
      <p:ext uri="{7A2F8D6E-B0A6-473F-9192-15147DF57E7F}">
        <p14:creationId xmlns:p14="http://schemas.microsoft.com/office/powerpoint/2010/main" val="1786171456938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E417B01C-E27A-486E-99EC-747CFF416DD4}">
                <a16:creationId xmlns:a16="http://schemas.microsoft.com/office/drawing/2010/main" id="{2D913A63-0E67-4BA0-89D5-52F106A09DE9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724900" y="365125"/>
            <a:ext cx="2628900" cy="5811838"/>
          </a:xfrm>
        </p:spPr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Vertical Text Placeholder 2">
            <a:extLst>
              <a:ext uri="{734027BE-9548-4D17-9EC6-D715C2A2606D}">
                <a16:creationId xmlns:a16="http://schemas.microsoft.com/office/drawing/2010/main" id="{468C1EA3-29D1-4057-8ACD-425F9207F65C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8200" y="365125"/>
            <a:ext cx="7734300" cy="581183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BE25B0BB-9A88-4B39-A4C0-F27A5696D952}">
                <a16:creationId xmlns:a16="http://schemas.microsoft.com/office/drawing/2010/main" id="{F9CC5D7F-D547-429F-8D64-4401B5325A8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83613279-2FD7-4545-910C-3FFC29E558F2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E16C1024-23DA-4964-B7B3-B4334F1573A0}">
                <a16:creationId xmlns:a16="http://schemas.microsoft.com/office/drawing/2010/main" id="{DF9BA363-1A46-4E3B-8763-D7955A17ACCF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FFFF8596-7835-4E7F-ADF1-28DE73EF9B2D}">
                <a16:creationId xmlns:a16="http://schemas.microsoft.com/office/drawing/2010/main" id="{747FD097-8775-47E1-8B83-BF9CA7705BC8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9C64E65A-29CD-4EF9-92C0-42BE80DFDF09}" type="slidenum"/>
            <a:endParaRPr dirty="0" lang="en-US"/>
          </a:p>
        </p:txBody>
      </p:sp>
    </p:spTree>
    <p:extLst>
      <p:ext uri="{145A5DA0-07B0-47A1-A07A-85ACC9AC61BC}">
        <p14:creationId xmlns:p14="http://schemas.microsoft.com/office/powerpoint/2010/main" val="1786171456939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15D02936-5334-4BA6-9707-C3421A1B8731}">
                <a16:creationId xmlns:a16="http://schemas.microsoft.com/office/drawing/2010/main" id="{16BF7BAD-3C45-490B-ACF5-8E137B64622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CE8056C8-CE51-444B-B8E3-B489E4AE1F19}">
                <a16:creationId xmlns:a16="http://schemas.microsoft.com/office/drawing/2010/main" id="{E25509C1-9919-4F4F-8812-EFDE0436658D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73FA98FC-3D9F-404D-876C-49C1FC1D8607}">
                <a16:creationId xmlns:a16="http://schemas.microsoft.com/office/drawing/2010/main" id="{C9837C7F-AECE-4D0D-8756-B7AE1427AE5F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 lvl="0">
              <a:defRPr dirty="0" lang="en-U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fld id="{98899C06-D761-48E1-AECB-26EE4B29EB8D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DD0D008C-69AC-4C37-AB34-DB6354C608A0}">
                <a16:creationId xmlns:a16="http://schemas.microsoft.com/office/drawing/2010/main" id="{7E735E07-03F9-4AC1-87D8-059CCC121F4C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 lvl="0">
              <a:defRPr dirty="0" lang="en-U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7226EA33-6EF9-4F36-A35F-9D34B3C67DCA}">
                <a16:creationId xmlns:a16="http://schemas.microsoft.com/office/drawing/2010/main" id="{06D79A35-881F-485D-8EBB-C7267F2A2E6E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 lvl="0">
              <a:defRPr dirty="0" lang="en-U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fld id="{40BF9D3C-2658-48AC-9B14-F9BEB1D81306}" type="slidenum"/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lvl="0" rtl="false">
        <a:lnSpc>
          <a:spcPct val="90000"/>
        </a:lnSpc>
        <a:spcBef>
          <a:spcPct val="0"/>
        </a:spcBef>
        <a:buNone/>
        <a:defRPr dirty="0" lang="en-US" sz="4400">
          <a:solidFill>
            <a:schemeClr val="tx1"/>
          </a:solidFill>
          <a:latin typeface="+mj-lt"/>
        </a:defRPr>
      </a:lvl1pPr>
    </p:titleStyle>
    <p:bodyStyle>
      <a:lvl1pPr algn="l" indent="-228600" lvl="0" marL="228600" rtl="false">
        <a:lnSpc>
          <a:spcPct val="90000"/>
        </a:lnSpc>
        <a:spcBef>
          <a:spcPts val="1000"/>
        </a:spcBef>
        <a:buChar char="•"/>
        <a:buFont typeface="Arial"/>
        <a:defRPr dirty="0" lang="en-US" sz="2800">
          <a:solidFill>
            <a:schemeClr val="tx1"/>
          </a:solidFill>
          <a:latin typeface="+mn-lt"/>
        </a:defRPr>
      </a:lvl1pPr>
      <a:lvl2pPr algn="l" indent="-228600" lvl="1" marL="685800" rtl="false">
        <a:lnSpc>
          <a:spcPct val="90000"/>
        </a:lnSpc>
        <a:spcBef>
          <a:spcPts val="500"/>
        </a:spcBef>
        <a:buChar char="•"/>
        <a:buFont typeface="Arial"/>
        <a:defRPr dirty="0" lang="en-US" sz="2400">
          <a:solidFill>
            <a:schemeClr val="tx1"/>
          </a:solidFill>
          <a:latin typeface="+mn-lt"/>
        </a:defRPr>
      </a:lvl2pPr>
      <a:lvl3pPr algn="l" indent="-228600" lvl="2" marL="1143000" rtl="false">
        <a:lnSpc>
          <a:spcPct val="90000"/>
        </a:lnSpc>
        <a:spcBef>
          <a:spcPts val="500"/>
        </a:spcBef>
        <a:buChar char="•"/>
        <a:buFont typeface="Arial"/>
        <a:defRPr dirty="0" lang="en-US" sz="2000">
          <a:solidFill>
            <a:schemeClr val="tx1"/>
          </a:solidFill>
          <a:latin typeface="+mn-lt"/>
        </a:defRPr>
      </a:lvl3pPr>
      <a:lvl4pPr algn="l" indent="-228600" lvl="3" marL="16002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4pPr>
      <a:lvl5pPr algn="l" indent="-228600" lvl="4" marL="20574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5pPr>
      <a:lvl6pPr algn="l" indent="-228600" lvl="5" marL="25146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6pPr>
      <a:lvl7pPr algn="l" indent="-228600" lvl="6" marL="29718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7pPr>
      <a:lvl8pPr algn="l" indent="-228600" lvl="7" marL="34290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8pPr>
      <a:lvl9pPr algn="l" indent="-228600" lvl="8" marL="38862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0D7FA79C-29AE-4C62-915A-FD9795A64419}">
                <a16:creationId xmlns:a16="http://schemas.microsoft.com/office/drawing/2010/main" id="{93545739-89A9-41A0-A512-87A5CE21F9C3}"/>
              </a:ext>
            </a:extLst>
          </p:cNvPr>
          <p:cNvSpPr txBox="1"/>
          <p:nvPr/>
        </p:nvSpPr>
        <p:spPr>
          <a:xfrm rot="0">
            <a:off x="853757" y="-18609"/>
            <a:ext cx="10484485" cy="58356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ctr"/>
            <a:r>
              <a:rPr b="1" dirty="0" lang="vi-VN" sz="3200">
                <a:solidFill>
                  <a:srgbClr val="ff0000"/>
                </a:solidFill>
                <a:latin typeface="Times New Roman"/>
              </a:rPr>
              <a:t>CHƯƠNG TRÌNH DỰ ÁN THÁNG 7</a:t>
            </a:r>
            <a:r>
              <a:rPr b="1" dirty="0" lang="en-US" sz="3200">
                <a:solidFill>
                  <a:srgbClr val="ff0000"/>
                </a:solidFill>
                <a:latin typeface="Times New Roman"/>
              </a:rPr>
              <a:t>.2026</a:t>
            </a:r>
            <a:r>
              <a:rPr b="1" dirty="0" lang="vi-VN" sz="3200">
                <a:solidFill>
                  <a:srgbClr val="ff0000"/>
                </a:solidFill>
                <a:latin typeface="Times New Roman"/>
              </a:rPr>
              <a:t> - HÀ NỘI</a:t>
            </a:r>
            <a:r>
              <a:rPr dirty="0" lang="vi-VN">
                <a:latin typeface="Times New Roman"/>
              </a:rPr>
              <a:t> </a:t>
            </a:r>
            <a:endParaRPr dirty="0" lang="vi-VN">
              <a:latin typeface="Times New Roman"/>
            </a:endParaRPr>
          </a:p>
        </p:txBody>
      </p:sp>
      <p:grpSp>
        <p:nvGrpSpPr>
          <p:cNvPr id="3" name="Group 5">
            <a:extLst>
              <a:ext uri="{FBA6A55D-4065-48FA-95E5-2BB6E262F7C4}">
                <a16:creationId xmlns:a16="http://schemas.microsoft.com/office/drawing/2010/main" id="{FE75E8D4-B093-4DFB-B8B7-C76D16D23926}"/>
              </a:ext>
            </a:extLst>
          </p:cNvPr>
          <p:cNvGrpSpPr/>
          <p:nvPr/>
        </p:nvGrpSpPr>
        <p:grpSpPr>
          <a:xfrm rot="0">
            <a:off x="981851" y="3763439"/>
            <a:ext cx="9950935" cy="1068200"/>
            <a:chOff x="982538" y="2924920"/>
            <a:chExt cx="9950935" cy="1068200"/>
          </a:xfrm>
        </p:grpSpPr>
        <p:sp>
          <p:nvSpPr>
            <p:cNvPr id="4" name="Rectangle 6">
              <a:extLst>
                <a:ext uri="{FDC88B13-2B7D-4F70-B8E4-BC88F3D3B2C3}">
                  <a16:creationId xmlns:a16="http://schemas.microsoft.com/office/drawing/2010/main" id="{A620E50B-1AEC-468D-9AA7-FB17978BC2C6}"/>
                </a:ext>
              </a:extLst>
            </p:cNvPr>
            <p:cNvSpPr/>
            <p:nvPr/>
          </p:nvSpPr>
          <p:spPr>
            <a:xfrm rot="0">
              <a:off x="983225" y="3238930"/>
              <a:ext cx="9950247" cy="754190"/>
            </a:xfrm>
            <a:prstGeom prst="rect">
              <a:avLst/>
            </a:prstGeom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 rtlCol="0"/>
            <a:lstStyle/>
            <a:p>
              <a:pPr/>
              <a:r>
                <a:rPr dirty="0" lang="en-US" sz="1500">
                  <a:solidFill>
                    <a:schemeClr val="tx1"/>
                  </a:solidFill>
                  <a:latin typeface="Times New Roman"/>
                </a:rPr>
                <a:t>Tổng doanh thu </a:t>
              </a:r>
              <a:r>
                <a:rPr b="1" dirty="0" lang="en-US" sz="1500">
                  <a:solidFill>
                    <a:srgbClr val="ff0000"/>
                  </a:solidFill>
                  <a:latin typeface="Times New Roman"/>
                </a:rPr>
                <a:t>CK + Combo liều/DS/ngày &gt;= 2M</a:t>
              </a:r>
              <a:br>
                <a:rPr b="1" dirty="0" lang="en-US" sz="1500">
                  <a:solidFill>
                    <a:srgbClr val="ff0000"/>
                  </a:solidFill>
                  <a:latin typeface="Times New Roman"/>
                </a:rPr>
              </a:br>
              <a:r>
                <a:rPr dirty="0" lang="en-US" sz="1500">
                  <a:solidFill>
                    <a:schemeClr val="tx1"/>
                  </a:solidFill>
                  <a:latin typeface="Times New Roman"/>
                </a:rPr>
                <a:t>Thưởng khuyến khích dược sĩ </a:t>
              </a:r>
              <a:r>
                <a:rPr b="1" dirty="0" lang="en-US" sz="1500">
                  <a:solidFill>
                    <a:srgbClr val="ff0000"/>
                  </a:solidFill>
                  <a:latin typeface="Times New Roman"/>
                </a:rPr>
                <a:t>500K</a:t>
              </a:r>
              <a:endParaRPr b="1" dirty="0" lang="en-US" sz="1500">
                <a:solidFill>
                  <a:srgbClr val="ff0000"/>
                </a:solidFill>
                <a:latin typeface="Times New Roman"/>
              </a:endParaRPr>
            </a:p>
          </p:txBody>
        </p:sp>
        <p:sp>
          <p:nvSpPr>
            <p:cNvPr id="5" name="Rectangle 10">
              <a:extLst>
                <a:ext uri="{8DD33D6F-E948-4816-9B30-8F890736B7AD}">
                  <a16:creationId xmlns:a16="http://schemas.microsoft.com/office/drawing/2010/main" id="{78FFFB54-736D-484C-87DC-9179A86EAF63}"/>
                </a:ext>
              </a:extLst>
            </p:cNvPr>
            <p:cNvSpPr/>
            <p:nvPr/>
          </p:nvSpPr>
          <p:spPr>
            <a:xfrm rot="0">
              <a:off x="982538" y="2924920"/>
              <a:ext cx="4717671" cy="36933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 rtlCol="0"/>
            <a:lstStyle/>
            <a:p>
              <a:pPr/>
              <a:r>
                <a:rPr b="1" dirty="0" lang="en-US" sz="1600">
                  <a:solidFill>
                    <a:schemeClr val="accent2">
                      <a:lumMod val="75000"/>
                    </a:schemeClr>
                  </a:solidFill>
                  <a:latin typeface="Times New Roman"/>
                </a:rPr>
                <a:t>Thưởng khuyến khích các dược sĩ không đạt dự án</a:t>
              </a:r>
              <a:endParaRPr b="1" dirty="0" lang="en-US" sz="1600">
                <a:solidFill>
                  <a:schemeClr val="accent2">
                    <a:lumMod val="75000"/>
                  </a:schemeClr>
                </a:solidFill>
                <a:latin typeface="Times New Roman"/>
              </a:endParaRPr>
            </a:p>
          </p:txBody>
        </p:sp>
      </p:grpSp>
      <p:sp>
        <p:nvSpPr>
          <p:cNvPr id="6" name="Rectangle 14">
            <a:extLst>
              <a:ext uri="{EBD6FBDE-8704-4280-960D-29C4EAC1C295}">
                <a16:creationId xmlns:a16="http://schemas.microsoft.com/office/drawing/2010/main" id="{B1AB9F15-C769-4372-9994-8C3E411C937C}"/>
              </a:ext>
            </a:extLst>
          </p:cNvPr>
          <p:cNvSpPr/>
          <p:nvPr/>
        </p:nvSpPr>
        <p:spPr>
          <a:xfrm rot="0">
            <a:off x="982541" y="5227777"/>
            <a:ext cx="9950939" cy="746274"/>
          </a:xfrm>
          <a:prstGeom prst="rect">
            <a:avLst/>
          </a:prstGeom>
          <a:ln w="19050">
            <a:solidFill>
              <a:srgbClr val="ff0000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 rtlCol="0"/>
          <a:lstStyle/>
          <a:p>
            <a:pPr/>
            <a:r>
              <a:rPr dirty="0" lang="en-US" sz="1500">
                <a:latin typeface="Times New Roman"/>
              </a:rPr>
              <a:t>DS đạt </a:t>
            </a:r>
            <a:r>
              <a:rPr b="1" dirty="0" lang="en-US" sz="1500">
                <a:latin typeface="Times New Roman"/>
              </a:rPr>
              <a:t>KPI &lt; 60% </a:t>
            </a:r>
            <a:r>
              <a:rPr dirty="0" lang="en-US" sz="1500">
                <a:latin typeface="Times New Roman"/>
              </a:rPr>
              <a:t>=&gt; Thưởng dự án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nhân hệ số 0.8</a:t>
            </a:r>
          </a:p>
          <a:p>
            <a:pPr/>
            <a:r>
              <a:rPr dirty="0" lang="en-US" sz="1500">
                <a:latin typeface="Times New Roman"/>
              </a:rPr>
              <a:t>DS đạt </a:t>
            </a:r>
            <a:r>
              <a:rPr b="1" dirty="0" lang="en-US" sz="1500">
                <a:latin typeface="Times New Roman"/>
              </a:rPr>
              <a:t>KPI &lt; 60% </a:t>
            </a:r>
            <a:r>
              <a:rPr dirty="0" lang="en-US" sz="1500">
                <a:latin typeface="Times New Roman"/>
              </a:rPr>
              <a:t>đồng thời </a:t>
            </a:r>
            <a:r>
              <a:rPr b="1" dirty="0" lang="en-US" sz="1500">
                <a:latin typeface="Times New Roman"/>
              </a:rPr>
              <a:t>không đạt dự án </a:t>
            </a:r>
            <a:r>
              <a:rPr dirty="0" lang="en-US" sz="1500">
                <a:latin typeface="Times New Roman"/>
              </a:rPr>
              <a:t>=&gt; Thưởng hoa hồng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nhân hệ số 0.9</a:t>
            </a:r>
            <a:endParaRPr b="1" dirty="0" lang="en-US" sz="1500">
              <a:solidFill>
                <a:srgbClr val="ff0000"/>
              </a:solidFill>
              <a:latin typeface="Times New Roman"/>
            </a:endParaRPr>
          </a:p>
        </p:txBody>
      </p:sp>
      <p:grpSp>
        <p:nvGrpSpPr>
          <p:cNvPr id="7" name="Group 12">
            <a:extLst>
              <a:ext uri="{76EBE4D9-88E8-45E5-A132-22508FE091CB}">
                <a16:creationId xmlns:a16="http://schemas.microsoft.com/office/drawing/2010/main" id="{8EF609D5-12E8-4441-84B0-F6EA7AE0091B}"/>
              </a:ext>
            </a:extLst>
          </p:cNvPr>
          <p:cNvGrpSpPr/>
          <p:nvPr/>
        </p:nvGrpSpPr>
        <p:grpSpPr>
          <a:xfrm rot="0">
            <a:off x="667064" y="893359"/>
            <a:ext cx="10581880" cy="1770430"/>
            <a:chOff x="785256" y="835119"/>
            <a:chExt cx="10581880" cy="1770430"/>
          </a:xfrm>
        </p:grpSpPr>
        <p:sp>
          <p:nvSpPr>
            <p:cNvPr id="8" name="Rectangle 1">
              <a:extLst>
                <a:ext uri="{7C1AE241-DCBD-419B-825C-CF84B70FAF44}">
                  <a16:creationId xmlns:a16="http://schemas.microsoft.com/office/drawing/2010/main" id="{6AAB1180-7F4C-4690-B794-476ECDA88E4F}"/>
                </a:ext>
              </a:extLst>
            </p:cNvPr>
            <p:cNvSpPr/>
            <p:nvPr/>
          </p:nvSpPr>
          <p:spPr>
            <a:xfrm rot="0">
              <a:off x="904568" y="855406"/>
              <a:ext cx="2418735" cy="10323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b="1" dirty="0" lang="en-US" sz="1600">
                  <a:latin typeface="Times New Roman"/>
                </a:rPr>
                <a:t>CK &gt;= 2M2</a:t>
              </a:r>
            </a:p>
            <a:p>
              <a:pPr algn="ctr"/>
              <a:r>
                <a:rPr b="1" dirty="0" lang="en-US" sz="1600">
                  <a:latin typeface="Times New Roman"/>
                </a:rPr>
                <a:t>Combo liều &gt;= 450K</a:t>
              </a:r>
              <a:endParaRPr b="1" dirty="0" lang="en-US" sz="1600">
                <a:latin typeface="Times New Roman"/>
              </a:endParaRPr>
            </a:p>
          </p:txBody>
        </p:sp>
        <p:sp>
          <p:nvSpPr>
            <p:cNvPr id="9" name="Rectangle 2">
              <a:extLst>
                <a:ext uri="{19E20BC2-EBA8-437A-B394-36E072695168}">
                  <a16:creationId xmlns:a16="http://schemas.microsoft.com/office/drawing/2010/main" id="{CEBDAB9E-E0B4-4432-9813-9C20E3E682E1}"/>
                </a:ext>
              </a:extLst>
            </p:cNvPr>
            <p:cNvSpPr/>
            <p:nvPr/>
          </p:nvSpPr>
          <p:spPr>
            <a:xfrm rot="0">
              <a:off x="3205317" y="855405"/>
              <a:ext cx="2551469" cy="1107652"/>
            </a:xfrm>
            <a:prstGeom prst="rect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b="1" dirty="0" lang="en-US" sz="1600">
                  <a:latin typeface="Times New Roman"/>
                </a:rPr>
                <a:t>CK &gt;= 2M6</a:t>
              </a:r>
            </a:p>
            <a:p>
              <a:pPr algn="ctr"/>
              <a:r>
                <a:rPr b="1" dirty="0" lang="en-US" sz="1600">
                  <a:latin typeface="Times New Roman"/>
                </a:rPr>
                <a:t>Combo liều &gt;= 550K</a:t>
              </a:r>
              <a:endParaRPr b="1" dirty="0" lang="en-US" sz="1600">
                <a:latin typeface="Times New Roman"/>
              </a:endParaRPr>
            </a:p>
          </p:txBody>
        </p:sp>
        <p:sp>
          <p:nvSpPr>
            <p:cNvPr id="10" name="Rectangle 7">
              <a:extLst>
                <a:ext uri="{9BE8C3AE-5FC7-45B4-B300-DF3CB8860546}">
                  <a16:creationId xmlns:a16="http://schemas.microsoft.com/office/drawing/2010/main" id="{F99DFD8E-9C64-44A3-896D-571A9FBE184E}"/>
                </a:ext>
              </a:extLst>
            </p:cNvPr>
            <p:cNvSpPr/>
            <p:nvPr/>
          </p:nvSpPr>
          <p:spPr>
            <a:xfrm rot="0">
              <a:off x="5624052" y="835119"/>
              <a:ext cx="2551468" cy="1307691"/>
            </a:xfrm>
            <a:prstGeom prst="rect">
              <a:avLst/>
            </a:prstGeom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b="1" dirty="0" lang="en-US" sz="1600">
                  <a:latin typeface="Times New Roman"/>
                </a:rPr>
                <a:t>CK &gt;= 3M</a:t>
              </a:r>
            </a:p>
            <a:p>
              <a:pPr algn="ctr"/>
              <a:r>
                <a:rPr b="1" dirty="0" lang="en-US" sz="1600">
                  <a:latin typeface="Times New Roman"/>
                </a:rPr>
                <a:t>Combo liều &gt;= 700K</a:t>
              </a:r>
              <a:endParaRPr b="1" dirty="0" lang="en-US" sz="1600">
                <a:latin typeface="Times New Roman"/>
              </a:endParaRPr>
            </a:p>
          </p:txBody>
        </p:sp>
        <p:sp>
          <p:nvSpPr>
            <p:cNvPr id="11" name="TextBox 9">
              <a:extLst>
                <a:ext uri="{50C45362-A2F5-47B3-815D-31802AE6821B}">
                  <a16:creationId xmlns:a16="http://schemas.microsoft.com/office/drawing/2010/main" id="{1BE39417-88D3-418A-9EED-690657FEC115}"/>
                </a:ext>
              </a:extLst>
            </p:cNvPr>
            <p:cNvSpPr txBox="1"/>
            <p:nvPr/>
          </p:nvSpPr>
          <p:spPr>
            <a:xfrm rot="0">
              <a:off x="785256" y="1908081"/>
              <a:ext cx="2418735" cy="383458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/>
              <a:r>
                <a:rPr b="1" dirty="0" lang="vi-VN">
                  <a:solidFill>
                    <a:schemeClr val="accent4">
                      <a:lumMod val="75000"/>
                    </a:schemeClr>
                  </a:solidFill>
                  <a:latin typeface="Times New Roman"/>
                </a:rPr>
                <a:t>Thưởng 1</a:t>
              </a:r>
              <a:r>
                <a:rPr b="1" dirty="0" lang="en-US">
                  <a:solidFill>
                    <a:schemeClr val="accent4">
                      <a:lumMod val="75000"/>
                    </a:schemeClr>
                  </a:solidFill>
                  <a:latin typeface="Times New Roman"/>
                </a:rPr>
                <a:t>.2</a:t>
              </a:r>
              <a:r>
                <a:rPr b="1" dirty="0" lang="vi-VN">
                  <a:solidFill>
                    <a:schemeClr val="accent4">
                      <a:lumMod val="75000"/>
                    </a:schemeClr>
                  </a:solidFill>
                  <a:latin typeface="Times New Roman"/>
                </a:rPr>
                <a:t> </a:t>
              </a:r>
              <a:r>
                <a:rPr b="1" dirty="0" lang="vi-VN">
                  <a:solidFill>
                    <a:schemeClr val="accent4">
                      <a:lumMod val="75000"/>
                    </a:schemeClr>
                  </a:solidFill>
                  <a:latin typeface="Times New Roman"/>
                </a:rPr>
                <a:t>triệu</a:t>
              </a:r>
              <a:endParaRPr b="1" dirty="0" lang="vi-VN">
                <a:solidFill>
                  <a:schemeClr val="accent4">
                    <a:lumMod val="75000"/>
                  </a:schemeClr>
                </a:solidFill>
                <a:latin typeface="Times New Roman"/>
              </a:endParaRPr>
            </a:p>
          </p:txBody>
        </p:sp>
        <p:sp>
          <p:nvSpPr>
            <p:cNvPr id="12" name="TextBox 11">
              <a:extLst>
                <a:ext uri="{12CDE9CA-B43D-43E3-BEDA-19D371836751}">
                  <a16:creationId xmlns:a16="http://schemas.microsoft.com/office/drawing/2010/main" id="{1D2C4A1A-0796-4015-9A3A-FBFA2A76AE8B}"/>
                </a:ext>
              </a:extLst>
            </p:cNvPr>
            <p:cNvSpPr txBox="1"/>
            <p:nvPr/>
          </p:nvSpPr>
          <p:spPr>
            <a:xfrm rot="0">
              <a:off x="8511667" y="2205439"/>
              <a:ext cx="2389239" cy="400110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/>
              <a:r>
                <a:rPr b="1" dirty="0" lang="vi-VN" sz="2000">
                  <a:solidFill>
                    <a:schemeClr val="accent5">
                      <a:lumMod val="75000"/>
                    </a:schemeClr>
                  </a:solidFill>
                  <a:latin typeface="Times New Roman"/>
                </a:rPr>
                <a:t>Thưởng 4 triệu</a:t>
              </a:r>
              <a:endParaRPr b="1" dirty="0" lang="vi-VN" sz="2000">
                <a:solidFill>
                  <a:schemeClr val="accent5">
                    <a:lumMod val="75000"/>
                  </a:schemeClr>
                </a:solidFill>
                <a:latin typeface="Times New Roman"/>
              </a:endParaRPr>
            </a:p>
          </p:txBody>
        </p:sp>
        <p:sp>
          <p:nvSpPr>
            <p:cNvPr id="13" name="TextBox 13">
              <a:extLst>
                <a:ext uri="{9B7B9CF1-C43C-4242-9CEE-2FB2E95792F1}">
                  <a16:creationId xmlns:a16="http://schemas.microsoft.com/office/drawing/2010/main" id="{7FF01885-D25F-4824-A66D-707E37FBE8F5}"/>
                </a:ext>
              </a:extLst>
            </p:cNvPr>
            <p:cNvSpPr txBox="1"/>
            <p:nvPr/>
          </p:nvSpPr>
          <p:spPr>
            <a:xfrm rot="0">
              <a:off x="5729102" y="2132890"/>
              <a:ext cx="2153265" cy="369332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/>
              <a:r>
                <a:rPr b="1" dirty="0" lang="vi-VN">
                  <a:solidFill>
                    <a:schemeClr val="accent6">
                      <a:lumMod val="75000"/>
                    </a:schemeClr>
                  </a:solidFill>
                  <a:latin typeface="Times New Roman"/>
                </a:rPr>
                <a:t>Thưởng 2.</a:t>
              </a:r>
              <a:r>
                <a:rPr b="1" dirty="0" lang="en-US">
                  <a:solidFill>
                    <a:schemeClr val="accent6">
                      <a:lumMod val="75000"/>
                    </a:schemeClr>
                  </a:solidFill>
                  <a:latin typeface="Times New Roman"/>
                </a:rPr>
                <a:t>8</a:t>
              </a:r>
              <a:r>
                <a:rPr b="1" dirty="0" lang="vi-VN">
                  <a:solidFill>
                    <a:schemeClr val="accent6">
                      <a:lumMod val="75000"/>
                    </a:schemeClr>
                  </a:solidFill>
                  <a:latin typeface="Times New Roman"/>
                </a:rPr>
                <a:t> </a:t>
              </a:r>
              <a:r>
                <a:rPr b="1" dirty="0" lang="vi-VN">
                  <a:solidFill>
                    <a:schemeClr val="accent6">
                      <a:lumMod val="75000"/>
                    </a:schemeClr>
                  </a:solidFill>
                  <a:latin typeface="Times New Roman"/>
                </a:rPr>
                <a:t>triệu</a:t>
              </a:r>
              <a:endParaRPr b="1" dirty="0" lang="vi-VN">
                <a:solidFill>
                  <a:schemeClr val="accent6">
                    <a:lumMod val="75000"/>
                  </a:schemeClr>
                </a:solidFill>
                <a:latin typeface="Times New Roman"/>
              </a:endParaRPr>
            </a:p>
          </p:txBody>
        </p:sp>
        <p:sp>
          <p:nvSpPr>
            <p:cNvPr id="14" name="TextBox 15">
              <a:extLst>
                <a:ext uri="{17956F25-7153-496F-B295-A5EB673E33B3}">
                  <a16:creationId xmlns:a16="http://schemas.microsoft.com/office/drawing/2010/main" id="{A810BC5A-7C2C-4949-887F-E002F9AAE567}"/>
                </a:ext>
              </a:extLst>
            </p:cNvPr>
            <p:cNvSpPr txBox="1"/>
            <p:nvPr/>
          </p:nvSpPr>
          <p:spPr>
            <a:xfrm rot="0">
              <a:off x="3228830" y="1980982"/>
              <a:ext cx="2418735" cy="369332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/>
              <a:r>
                <a:rPr b="1" dirty="0" lang="vi-VN">
                  <a:solidFill>
                    <a:schemeClr val="accent2">
                      <a:lumMod val="75000"/>
                    </a:schemeClr>
                  </a:solidFill>
                  <a:latin typeface="Times New Roman"/>
                </a:rPr>
                <a:t>Thưởng </a:t>
              </a:r>
              <a:r>
                <a:rPr b="1" dirty="0" lang="en-US">
                  <a:solidFill>
                    <a:schemeClr val="accent2">
                      <a:lumMod val="75000"/>
                    </a:schemeClr>
                  </a:solidFill>
                  <a:latin typeface="Times New Roman"/>
                </a:rPr>
                <a:t>2</a:t>
              </a:r>
              <a:r>
                <a:rPr b="1" dirty="0" lang="vi-VN">
                  <a:solidFill>
                    <a:schemeClr val="accent2">
                      <a:lumMod val="75000"/>
                    </a:schemeClr>
                  </a:solidFill>
                  <a:latin typeface="Times New Roman"/>
                </a:rPr>
                <a:t>.</a:t>
              </a:r>
              <a:r>
                <a:rPr b="1" dirty="0" lang="en-US">
                  <a:solidFill>
                    <a:schemeClr val="accent2">
                      <a:lumMod val="75000"/>
                    </a:schemeClr>
                  </a:solidFill>
                  <a:latin typeface="Times New Roman"/>
                </a:rPr>
                <a:t>0</a:t>
              </a:r>
              <a:r>
                <a:rPr b="1" dirty="0" lang="vi-VN">
                  <a:solidFill>
                    <a:schemeClr val="accent2">
                      <a:lumMod val="75000"/>
                    </a:schemeClr>
                  </a:solidFill>
                  <a:latin typeface="Times New Roman"/>
                </a:rPr>
                <a:t> </a:t>
              </a:r>
              <a:r>
                <a:rPr b="1" dirty="0" lang="vi-VN">
                  <a:solidFill>
                    <a:schemeClr val="accent2">
                      <a:lumMod val="75000"/>
                    </a:schemeClr>
                  </a:solidFill>
                  <a:latin typeface="Times New Roman"/>
                </a:rPr>
                <a:t>triệu</a:t>
              </a:r>
              <a:endParaRPr b="1" dirty="0" lang="vi-VN">
                <a:solidFill>
                  <a:schemeClr val="accent2">
                    <a:lumMod val="75000"/>
                  </a:schemeClr>
                </a:solidFill>
                <a:latin typeface="Times New Roman"/>
              </a:endParaRPr>
            </a:p>
          </p:txBody>
        </p:sp>
        <p:sp>
          <p:nvSpPr>
            <p:cNvPr id="15" name="Rectangle 4">
              <a:extLst>
                <a:ext uri="{4681059C-6AA1-4787-8D08-6B5D076F4582}">
                  <a16:creationId xmlns:a16="http://schemas.microsoft.com/office/drawing/2010/main" id="{499F1088-6961-4403-BDC8-89C5B6BE1B7D}"/>
                </a:ext>
              </a:extLst>
            </p:cNvPr>
            <p:cNvSpPr/>
            <p:nvPr/>
          </p:nvSpPr>
          <p:spPr>
            <a:xfrm rot="0">
              <a:off x="8045440" y="835202"/>
              <a:ext cx="3321695" cy="1418304"/>
            </a:xfrm>
            <a:prstGeom prst="rect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b="1" dirty="0" lang="en-US">
                  <a:latin typeface="Times New Roman"/>
                </a:rPr>
                <a:t>CK &gt;= 3M4</a:t>
              </a:r>
            </a:p>
            <a:p>
              <a:pPr algn="ctr"/>
              <a:r>
                <a:rPr b="1" dirty="0" lang="en-US">
                  <a:latin typeface="Times New Roman"/>
                </a:rPr>
                <a:t>Combo liều &gt;= 800K</a:t>
              </a:r>
              <a:endParaRPr b="1" dirty="0" lang="en-US">
                <a:latin typeface="Times New Roman"/>
              </a:endParaRPr>
            </a:p>
          </p:txBody>
        </p:sp>
      </p:grpSp>
      <p:sp>
        <p:nvSpPr>
          <p:cNvPr id="16" name="Rectangle 8">
            <a:extLst>
              <a:ext uri="{6904C359-5CD0-4E42-B93D-19852E2ED615}">
                <a16:creationId xmlns:a16="http://schemas.microsoft.com/office/drawing/2010/main" id="{F7D9A4A1-A885-49C4-B9FC-E4367D63272E}"/>
              </a:ext>
            </a:extLst>
          </p:cNvPr>
          <p:cNvSpPr/>
          <p:nvPr/>
        </p:nvSpPr>
        <p:spPr>
          <a:xfrm rot="0">
            <a:off x="982538" y="2977799"/>
            <a:ext cx="9950247" cy="669749"/>
          </a:xfrm>
          <a:prstGeom prst="rect">
            <a:avLst/>
          </a:prstGeom>
          <a:ln w="19050">
            <a:solidFill>
              <a:srgbClr val="ff0000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 rtlCol="0"/>
          <a:lstStyle/>
          <a:p>
            <a:pPr/>
            <a:r>
              <a:rPr b="1" dirty="0" lang="en-US" sz="1500">
                <a:solidFill>
                  <a:schemeClr val="tx1"/>
                </a:solidFill>
                <a:latin typeface="Times New Roman"/>
              </a:rPr>
              <a:t>Lưu ý: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Nhóm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CK, Combo liều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bao gồm doanh thu nhóm mã hàng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Chiết khấu, Combo liều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(không ghi nhận doanh thu các mã LL)</a:t>
            </a:r>
            <a:endParaRPr dirty="0" lang="en-US" sz="1500">
              <a:solidFill>
                <a:schemeClr val="tx1"/>
              </a:solidFill>
              <a:latin typeface="Times New Roman"/>
            </a:endParaRPr>
          </a:p>
        </p:txBody>
      </p:sp>
    </p:spTree>
    <p:extLst>
      <p:ext uri="{0753DCBB-DA72-4756-972E-E3C270868DE7}">
        <p14:creationId xmlns:p14="http://schemas.microsoft.com/office/powerpoint/2010/main" val="1786171456940"/>
      </p:ext>
    </p:extLst>
  </p:cSld>
  <p:clrMapOvr>
    <a:masterClrMapping/>
  </p:clrMapOvr>
</p:sld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cap="flat" w="12700">
          <a:solidFill>
            <a:schemeClr val="phClr"/>
          </a:solidFill>
          <a:prstDash val="solid"/>
          <a:miter lim="800000"/>
        </a:ln>
        <a:ln cap="flat" w="19050">
          <a:solidFill>
            <a:schemeClr val="phClr"/>
          </a:solidFill>
          <a:prstDash val="solid"/>
          <a:miter lim="800000"/>
        </a:ln>
        <a:ln cap="flat" w="25400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 anchor="ctr" rtlCol="0"/>
      <a:lstStyle>
        <a:lvl1pPr algn="ctr" lvl="0"/>
      </a:lstStyle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cap="flat" w="12700">
          <a:solidFill>
            <a:schemeClr val="phClr"/>
          </a:solidFill>
          <a:prstDash val="solid"/>
          <a:miter lim="800000"/>
        </a:ln>
        <a:ln cap="flat" w="19050">
          <a:solidFill>
            <a:schemeClr val="phClr"/>
          </a:solidFill>
          <a:prstDash val="solid"/>
          <a:miter lim="800000"/>
        </a:ln>
        <a:ln cap="flat" w="25400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 anchor="ctr" rtlCol="0"/>
      <a:lstStyle>
        <a:lvl1pPr algn="ctr" lvl="0"/>
      </a:lstStyle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2026-07-08T03:45:30Z</dcterms:created>
  <dcterms:modified xsi:type="dcterms:W3CDTF">2026-08-02T21:51:52Z</dcterms:modified>
</cp:coreProperties>
</file>